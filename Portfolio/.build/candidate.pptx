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25491c69b74010" /><Relationship Type="http://schemas.openxmlformats.org/officeDocument/2006/relationships/extended-properties" Target="/docProps/app.xml" Id="R6d6eff396d0c45a0" /><Relationship Type="http://schemas.openxmlformats.org/officeDocument/2006/relationships/officeDocument" Target="/ppt/presentation.xml" Id="Ra5383e802d4c4583" /></Relationships>
</file>

<file path=ppt/presentation.xml><?xml version="1.0" encoding="utf-8"?>
<p:presentation xmlns:p="http://schemas.openxmlformats.org/presentationml/2006/main">
  <p:sldMasterIdLst>
    <p:sldMasterId xmlns:r="http://schemas.openxmlformats.org/officeDocument/2006/relationships" id="2147483648" r:id="Rd7e20f4da7b145b8"/>
  </p:sldMasterIdLst>
  <p:notesMasterIdLst>
    <p:notesMasterId xmlns:r="http://schemas.openxmlformats.org/officeDocument/2006/relationships" r:id="Raacad9eea2234058"/>
  </p:notesMasterIdLst>
  <p:sldIdLst>
    <p:sldId xmlns:r="http://schemas.openxmlformats.org/officeDocument/2006/relationships" id="256" r:id="R478d5bef32484026"/>
    <p:sldId xmlns:r="http://schemas.openxmlformats.org/officeDocument/2006/relationships" id="257" r:id="R529d94011315403b"/>
    <p:sldId xmlns:r="http://schemas.openxmlformats.org/officeDocument/2006/relationships" id="258" r:id="Re39b8108422a4f9c"/>
    <p:sldId xmlns:r="http://schemas.openxmlformats.org/officeDocument/2006/relationships" id="259" r:id="R3d4dfc134bb142f3"/>
    <p:sldId xmlns:r="http://schemas.openxmlformats.org/officeDocument/2006/relationships" id="260" r:id="R180b9bd792724a84"/>
    <p:sldId xmlns:r="http://schemas.openxmlformats.org/officeDocument/2006/relationships" id="261" r:id="R8652165c48654d2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8fefe45e42412a" /><Relationship Type="http://schemas.openxmlformats.org/officeDocument/2006/relationships/slideMaster" Target="/ppt/slideMasters/slideMaster1.xml" Id="Rd7e20f4da7b145b8" /><Relationship Type="http://schemas.openxmlformats.org/officeDocument/2006/relationships/notesMaster" Target="/ppt/notesMasters/notesMaster1.xml" Id="Raacad9eea2234058" /><Relationship Type="http://schemas.openxmlformats.org/officeDocument/2006/relationships/presProps" Target="/ppt/presProps.xml" Id="R608d51ed97004d54" /><Relationship Type="http://schemas.openxmlformats.org/officeDocument/2006/relationships/tableStyles" Target="/ppt/tableStyles.xml" Id="Ra54edbc412fa40df" /><Relationship Type="http://schemas.openxmlformats.org/officeDocument/2006/relationships/slide" Target="/ppt/slides/slide1.xml" Id="R478d5bef32484026" /><Relationship Type="http://schemas.openxmlformats.org/officeDocument/2006/relationships/slide" Target="/ppt/slides/slide2.xml" Id="R529d94011315403b" /><Relationship Type="http://schemas.openxmlformats.org/officeDocument/2006/relationships/slide" Target="/ppt/slides/slide3.xml" Id="Re39b8108422a4f9c" /><Relationship Type="http://schemas.openxmlformats.org/officeDocument/2006/relationships/slide" Target="/ppt/slides/slide4.xml" Id="R3d4dfc134bb142f3" /><Relationship Type="http://schemas.openxmlformats.org/officeDocument/2006/relationships/slide" Target="/ppt/slides/slide5.xml" Id="R180b9bd792724a84" /><Relationship Type="http://schemas.openxmlformats.org/officeDocument/2006/relationships/slide" Target="/ppt/slides/slide6.xml" Id="R8652165c48654d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8f62e723094e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2c1e0ffd2f4a83" /><Relationship Type="http://schemas.openxmlformats.org/officeDocument/2006/relationships/notesMaster" Target="/ppt/notesMasters/notesMaster1.xml" Id="Reeab8fb8a71b49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32187b209b4ff2" /><Relationship Type="http://schemas.openxmlformats.org/officeDocument/2006/relationships/notesMaster" Target="/ppt/notesMasters/notesMaster1.xml" Id="Rfeb976eab6d14b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49a45a41cf4e81" /><Relationship Type="http://schemas.openxmlformats.org/officeDocument/2006/relationships/notesMaster" Target="/ppt/notesMasters/notesMaster1.xml" Id="Re18c0d84df594f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87c368ad4f4b64" /><Relationship Type="http://schemas.openxmlformats.org/officeDocument/2006/relationships/notesMaster" Target="/ppt/notesMasters/notesMaster1.xml" Id="R3cde5a22864349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c606d874dc415b" /><Relationship Type="http://schemas.openxmlformats.org/officeDocument/2006/relationships/notesMaster" Target="/ppt/notesMasters/notesMaster1.xml" Id="R1a76ccc371a84c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7723d9509a499d" /><Relationship Type="http://schemas.openxmlformats.org/officeDocument/2006/relationships/notesMaster" Target="/ppt/notesMasters/notesMaster1.xml" Id="R1df81bd862b443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working title: Buried Echoes, used in prior project context. Description is based on the current Unity Test scene and source scripts. Image: Portfolio/.build/images/gallery.png, temporary editor camera at the mine corridor, +1.35 EV capture exposure for readability. No original asset authorship is claimed.</a:t>
            </a:r>
          </a:p>
          <a:p xmlns:a="http://schemas.openxmlformats.org/drawingml/2006/main">
            <a:r>
              <a:t>All portfolio text and layout are editable. Reference images supplied by the user inform hierarchy and composition only. No reference artwork or watermarks are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images: mainhall.png and mine.png, actual Unity Test scene captures. Design statements describe visual composition and intended player decisions, not playtest findings.</a:t>
            </a:r>
          </a:p>
          <a:p xmlns:a="http://schemas.openxmlformats.org/drawingml/2006/main">
            <a:r>
              <a:t>All portfolio text and layout are editable. Reference images supplied by the user inform hierarchy and composition only. No reference artwork or watermarks are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Mechanic sources: Assets/Scripts/KillTrapController.cs and TrapSwitch.cs; SteamTrapController.cs, SteamVisionObscurer.cs, SteamValveInteract.cs; NightVision/NightVisionController.cs and NightVisionMark.cs. Steam obstructs vision; no AI stun, damage, or enemy blind effect is claimed. Night vision image is explicitly normal vision rather than fabricated gameplay. Default timings were deliberately omitted because scene overrides may differ.</a:t>
            </a:r>
          </a:p>
          <a:p xmlns:a="http://schemas.openxmlformats.org/drawingml/2006/main">
            <a:r>
              <a:t>All portfolio text and layout are editable. Reference images supplied by the user inform hierarchy and composition only. No reference artwork or watermarks are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asset source: Assets/Tomb-Soul. Original model and Idle/Crawl animations are third-party project resources; no original character modelling is claimed. Behaviour verified against Assets/Scripts/EnemyChasePlayer.cs and Assets/Tomb-Soul/README_使用说明.md. No attack or death animations are claimed.</a:t>
            </a:r>
          </a:p>
          <a:p xmlns:a="http://schemas.openxmlformats.org/drawingml/2006/main">
            <a:r>
              <a:t>All portfolio text and layout are editable. Reference images supplied by the user inform hierarchy and composition only. No reference artwork or watermarks are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blackwell-mine-optimized-level-map.png, an existing project concept image. Its embedded labels, date and speed values belong to that image. Those values are not presented as verified current game settings. Concept flow and current Unity scene captures are intentionally distinguished.</a:t>
            </a:r>
          </a:p>
          <a:p xmlns:a="http://schemas.openxmlformats.org/drawingml/2006/main">
            <a:r>
              <a:t>All portfolio text and layout are editable. Reference images supplied by the user inform hierarchy and composition only. No reference artwork or watermarks are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Library/Atmosphere-Smoke-A.png and Atmosphere-Smoke-B.png, verified same-camera renders at 0 and 8 seconds from the actual project raymarched fog shader. This intentional repeated-view comparison demonstrates temporal variation. Sources: SceneFogController.cs and VolumetricFog.shader. No frame-rate or performance claim is made.</a:t>
            </a:r>
          </a:p>
          <a:p xmlns:a="http://schemas.openxmlformats.org/drawingml/2006/main">
            <a:r>
              <a:t>All portfolio text and layout are editable. Reference images supplied by the user inform hierarchy and composition only. No reference artwork or watermarks are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d07419548f47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dfea9842bb47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ce2373624b4d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40d573014d43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a01919264246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84b05a612d4c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469FE5-EB8D-4E33-ACB3-E4C49F52DD4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170FF4-692C-49A4-98E6-0DEC78DC613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4918BB-E4A9-41F2-8BBC-C021C02EE47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796374-5155-4768-BE74-9CF3387276B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B7C66C-1F08-43FF-957D-4977806B6E9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E8E295-1E9A-4033-84BC-BB52D2C4E96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10D014-A242-4DFA-8DF4-05309020511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B9FCFC-DDDA-4D98-A4C6-C3834F041D5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168C44-1B3D-4BB6-B6CA-FA898B4E70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D8B312-6AEC-4316-9402-0FF912C8838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4d27c7b11e4b3d" /><Relationship Type="http://schemas.openxmlformats.org/officeDocument/2006/relationships/slideLayout" Target="/ppt/slideLayouts/slideLayout1.xml" Id="R00e89fa5477c423b" /><Relationship Type="http://schemas.openxmlformats.org/officeDocument/2006/relationships/slideLayout" Target="/ppt/slideLayouts/slideLayout2.xml" Id="R0d202938ed47446e" /><Relationship Type="http://schemas.openxmlformats.org/officeDocument/2006/relationships/slideLayout" Target="/ppt/slideLayouts/slideLayout3.xml" Id="Rb9fa49f2155a47e6" /><Relationship Type="http://schemas.openxmlformats.org/officeDocument/2006/relationships/slideLayout" Target="/ppt/slideLayouts/slideLayout4.xml" Id="Rdc633df3a93343c4" /><Relationship Type="http://schemas.openxmlformats.org/officeDocument/2006/relationships/slideLayout" Target="/ppt/slideLayouts/slideLayout5.xml" Id="Rc4e332c112c2485b" /><Relationship Type="http://schemas.openxmlformats.org/officeDocument/2006/relationships/slideLayout" Target="/ppt/slideLayouts/slideLayout6.xml" Id="R5c384e797f8246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e89fa5477c423b"/>
    <p:sldLayoutId xmlns:r="http://schemas.openxmlformats.org/officeDocument/2006/relationships" id="2147483650" r:id="R0d202938ed47446e"/>
    <p:sldLayoutId xmlns:r="http://schemas.openxmlformats.org/officeDocument/2006/relationships" id="2147483651" r:id="Rb9fa49f2155a47e6"/>
    <p:sldLayoutId xmlns:r="http://schemas.openxmlformats.org/officeDocument/2006/relationships" id="2147483652" r:id="Rdc633df3a93343c4"/>
    <p:sldLayoutId xmlns:r="http://schemas.openxmlformats.org/officeDocument/2006/relationships" id="2147483653" r:id="Rc4e332c112c2485b"/>
    <p:sldLayoutId xmlns:r="http://schemas.openxmlformats.org/officeDocument/2006/relationships" id="2147483654" r:id="R5c384e797f8246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0f6c54b4b841fb" /><Relationship Type="http://schemas.openxmlformats.org/officeDocument/2006/relationships/image" Target="/ppt/media/image.png" Id="R84e4ede45bb44d69" /><Relationship Type="http://schemas.openxmlformats.org/officeDocument/2006/relationships/notesSlide" Target="/ppt/notesSlides/notesSlide1.xml" Id="R792de0ff7a8640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b2f91434bc4240" /><Relationship Type="http://schemas.openxmlformats.org/officeDocument/2006/relationships/image" Target="/ppt/media/image2.png" Id="Rac8799ca0a194db2" /><Relationship Type="http://schemas.openxmlformats.org/officeDocument/2006/relationships/image" Target="/ppt/media/image3.png" Id="R47406268c9d947da" /><Relationship Type="http://schemas.openxmlformats.org/officeDocument/2006/relationships/notesSlide" Target="/ppt/notesSlides/notesSlide2.xml" Id="Re19f01568c094b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96313345594016" /><Relationship Type="http://schemas.openxmlformats.org/officeDocument/2006/relationships/image" Target="/ppt/media/image4.png" Id="Rbecf21b254804898" /><Relationship Type="http://schemas.openxmlformats.org/officeDocument/2006/relationships/image" Target="/ppt/media/image5.png" Id="R52d2f27326e246eb" /><Relationship Type="http://schemas.openxmlformats.org/officeDocument/2006/relationships/image" Target="/ppt/media/image6.png" Id="R4f5a708b27db4b7d" /><Relationship Type="http://schemas.openxmlformats.org/officeDocument/2006/relationships/notesSlide" Target="/ppt/notesSlides/notesSlide3.xml" Id="Rb19bbbef68fd4c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979b7453594c79" /><Relationship Type="http://schemas.openxmlformats.org/officeDocument/2006/relationships/image" Target="/ppt/media/image7.png" Id="R2d04c68888f24276" /><Relationship Type="http://schemas.openxmlformats.org/officeDocument/2006/relationships/image" Target="/ppt/media/image8.png" Id="R3c9c048737b149ac" /><Relationship Type="http://schemas.openxmlformats.org/officeDocument/2006/relationships/notesSlide" Target="/ppt/notesSlides/notesSlide4.xml" Id="Ra80ea902cf864f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8b9721de3da453e" /><Relationship Type="http://schemas.openxmlformats.org/officeDocument/2006/relationships/image" Target="/ppt/media/image9.png" Id="R29d93855034340ef" /><Relationship Type="http://schemas.openxmlformats.org/officeDocument/2006/relationships/notesSlide" Target="/ppt/notesSlides/notesSlide5.xml" Id="R469018014db94f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280245a64d4afd" /><Relationship Type="http://schemas.openxmlformats.org/officeDocument/2006/relationships/image" Target="/ppt/media/image10.png" Id="Rcb47bc8c70954ef9" /><Relationship Type="http://schemas.openxmlformats.org/officeDocument/2006/relationships/image" Target="/ppt/media/image11.png" Id="Ra834a10e30c9441d" /><Relationship Type="http://schemas.openxmlformats.org/officeDocument/2006/relationships/notesSlide" Target="/ppt/notesSlides/notesSlide6.xml" Id="R0f5e5fd9750d42fd" /></Relationships>
</file>

<file path=ppt/slides/slide1.xml><?xml version="1.0" encoding="utf-8"?>
<p:sld xmlns:p="http://schemas.openxmlformats.org/presentationml/2006/main">
  <p:cSld>
    <p:bg>
      <p:bgPr>
        <a:solidFill xmlns:a="http://schemas.openxmlformats.org/drawingml/2006/main">
          <a:srgbClr val="080D0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3A83C44-BC67-453E-A385-4C83CBCD3A4F}"/>
              </a:ext>
            </a:extLst>
          </p:cNvPr>
          <p:cNvPicPr>
            <a:picLocks xmlns:a="http://schemas.openxmlformats.org/drawingml/2006/main" noChangeAspect="1"/>
          </p:cNvPicPr>
          <p:nvPr/>
        </p:nvPicPr>
        <p:blipFill>
          <a:blip xmlns:r="http://schemas.openxmlformats.org/officeDocument/2006/relationships" xmlns:a="http://schemas.openxmlformats.org/drawingml/2006/main" r:embed="R84e4ede45bb44d69"/>
          <a:srcRect xmlns:a="http://schemas.openxmlformats.org/drawingml/2006/main" l="10334" t="0" r="10334" b="0"/>
          <a:stretch xmlns:a="http://schemas.openxmlformats.org/drawingml/2006/main">
            <a:fillRect l="0" t="0" r="0" b="0"/>
          </a:stretch>
        </p:blipFill>
        <p:spPr>
          <a:xfrm xmlns:a="http://schemas.openxmlformats.org/drawingml/2006/main">
            <a:off x="5143500" y="400050"/>
            <a:ext cx="9696450" cy="7639050"/>
          </a:xfrm>
          <a:prstGeom xmlns:a="http://schemas.openxmlformats.org/drawingml/2006/main" prst="rect">
            <a:avLst/>
          </a:prstGeom>
        </p:spPr>
      </p:pic>
      <p:sp>
        <p:nvSpPr>
          <p:cNvPr id="2" name="GAME DESIGN PORTFOLIO">
            <a:extLst xmlns:a="http://schemas.openxmlformats.org/drawingml/2006/main">
              <a:ext uri="{FF2B5EF4-FFF2-40B4-BE49-F238E27FC236}">
                <a16:creationId xmlns:a16="http://schemas.microsoft.com/office/drawing/2014/main" id="{09139BEF-ED31-48F0-A07F-819AFC02C06D}"/>
              </a:ext>
            </a:extLst>
          </p:cNvPr>
          <p:cNvSpPr>
            <a:spLocks xmlns:a="http://schemas.openxmlformats.org/drawingml/2006/main" noGrp="1"/>
          </p:cNvSpPr>
          <p:nvPr/>
        </p:nvSpPr>
        <p:spPr>
          <a:xfrm xmlns:a="http://schemas.openxmlformats.org/drawingml/2006/main">
            <a:off x="609600" y="6477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83C5B5"/>
                </a:solidFill>
                <a:latin typeface="Bahnschrift"/>
                <a:ea typeface="Bahnschrift"/>
                <a:cs typeface="Bahnschrift"/>
              </a:defRPr>
            </a:defPPr>
            <a:lvl1pPr>
              <a:defRPr sz="1650" b="1">
                <a:solidFill>
                  <a:srgbClr val="83C5B5"/>
                </a:solidFill>
                <a:latin typeface="Bahnschrift"/>
                <a:ea typeface="Bahnschrift"/>
                <a:cs typeface="Bahnschrift"/>
              </a:defRPr>
            </a:lvl1pPr>
            <a:lvl2pPr>
              <a:defRPr sz="1650" b="1">
                <a:solidFill>
                  <a:srgbClr val="83C5B5"/>
                </a:solidFill>
                <a:latin typeface="Bahnschrift"/>
                <a:ea typeface="Bahnschrift"/>
                <a:cs typeface="Bahnschrift"/>
              </a:defRPr>
            </a:lvl2pPr>
            <a:lvl3pPr>
              <a:defRPr sz="1650" b="1">
                <a:solidFill>
                  <a:srgbClr val="83C5B5"/>
                </a:solidFill>
                <a:latin typeface="Bahnschrift"/>
                <a:ea typeface="Bahnschrift"/>
                <a:cs typeface="Bahnschrift"/>
              </a:defRPr>
            </a:lvl3pPr>
            <a:lvl4pPr>
              <a:defRPr sz="1650" b="1">
                <a:solidFill>
                  <a:srgbClr val="83C5B5"/>
                </a:solidFill>
                <a:latin typeface="Bahnschrift"/>
                <a:ea typeface="Bahnschrift"/>
                <a:cs typeface="Bahnschrift"/>
              </a:defRPr>
            </a:lvl4pPr>
            <a:lvl5pPr>
              <a:defRPr sz="1650" b="1">
                <a:solidFill>
                  <a:srgbClr val="83C5B5"/>
                </a:solidFill>
                <a:latin typeface="Bahnschrift"/>
                <a:ea typeface="Bahnschrift"/>
                <a:cs typeface="Bahnschrift"/>
              </a:defRPr>
            </a:lvl5pPr>
            <a:lvl6pPr>
              <a:defRPr sz="1650" b="1">
                <a:solidFill>
                  <a:srgbClr val="83C5B5"/>
                </a:solidFill>
                <a:latin typeface="Bahnschrift"/>
                <a:ea typeface="Bahnschrift"/>
                <a:cs typeface="Bahnschrift"/>
              </a:defRPr>
            </a:lvl6pPr>
            <a:lvl7pPr>
              <a:defRPr sz="1650" b="1">
                <a:solidFill>
                  <a:srgbClr val="83C5B5"/>
                </a:solidFill>
                <a:latin typeface="Bahnschrift"/>
                <a:ea typeface="Bahnschrift"/>
                <a:cs typeface="Bahnschrift"/>
              </a:defRPr>
            </a:lvl7pPr>
            <a:lvl8pPr>
              <a:defRPr sz="1650" b="1">
                <a:solidFill>
                  <a:srgbClr val="83C5B5"/>
                </a:solidFill>
                <a:latin typeface="Bahnschrift"/>
                <a:ea typeface="Bahnschrift"/>
                <a:cs typeface="Bahnschrift"/>
              </a:defRPr>
            </a:lvl8pPr>
            <a:lvl9pPr>
              <a:defRPr sz="1650" b="1">
                <a:solidFill>
                  <a:srgbClr val="83C5B5"/>
                </a:solidFill>
                <a:latin typeface="Bahnschrift"/>
                <a:ea typeface="Bahnschrift"/>
                <a:cs typeface="Bahnschrift"/>
              </a:defRPr>
            </a:lvl9pPr>
          </a:lstStyle>
          <a:p xmlns:a="http://schemas.openxmlformats.org/drawingml/2006/main">
            <a:pPr>
              <a:defRPr sz="1650" b="1">
                <a:solidFill>
                  <a:srgbClr val="83C5B5"/>
                </a:solidFill>
                <a:latin typeface="Bahnschrift"/>
                <a:ea typeface="Bahnschrift"/>
                <a:cs typeface="Bahnschrift"/>
              </a:defRPr>
            </a:pPr>
            <a:r>
              <a:rPr sz="1650" b="1">
                <a:solidFill>
                  <a:srgbClr val="83C5B5"/>
                </a:solidFill>
                <a:latin typeface="Bahnschrift"/>
                <a:ea typeface="Bahnschrift"/>
                <a:cs typeface="Bahnschrift"/>
              </a:rPr>
              <a:t>GAME DESIGN PORTFOLIO</a:t>
            </a:r>
          </a:p>
        </p:txBody>
      </p:sp>
      <p:sp>
        <p:nvSpPr>
          <p:cNvPr id="3" name="">
            <a:extLst xmlns:a="http://schemas.openxmlformats.org/drawingml/2006/main">
              <a:ext uri="{FF2B5EF4-FFF2-40B4-BE49-F238E27FC236}">
                <a16:creationId xmlns:a16="http://schemas.microsoft.com/office/drawing/2014/main" id="{2B1B2E55-E5A8-4298-9E27-D5F6C0697D15}"/>
              </a:ext>
            </a:extLst>
          </p:cNvPr>
          <p:cNvSpPr>
            <a:spLocks xmlns:a="http://schemas.openxmlformats.org/drawingml/2006/main" noGrp="1"/>
          </p:cNvSpPr>
          <p:nvPr/>
        </p:nvSpPr>
        <p:spPr>
          <a:xfrm xmlns:a="http://schemas.openxmlformats.org/drawingml/2006/main">
            <a:off x="609600" y="1152525"/>
            <a:ext cx="3905250" cy="19050"/>
          </a:xfrm>
          <a:prstGeom xmlns:a="http://schemas.openxmlformats.org/drawingml/2006/main" prst="rect">
            <a:avLst/>
          </a:prstGeom>
          <a:solidFill xmlns:a="http://schemas.openxmlformats.org/drawingml/2006/main">
            <a:srgbClr val="A9433B"/>
          </a:solidFill>
          <a:ln xmlns:a="http://schemas.openxmlformats.org/drawingml/2006/main" w="0">
            <a:noFill/>
          </a:ln>
        </p:spPr>
      </p:sp>
      <p:sp>
        <p:nvSpPr>
          <p:cNvPr id="4" name="BURIED&#10;ECHOES">
            <a:extLst xmlns:a="http://schemas.openxmlformats.org/drawingml/2006/main">
              <a:ext uri="{FF2B5EF4-FFF2-40B4-BE49-F238E27FC236}">
                <a16:creationId xmlns:a16="http://schemas.microsoft.com/office/drawing/2014/main" id="{083FE3AA-EC8F-4A46-8162-BACDD3942A38}"/>
              </a:ext>
            </a:extLst>
          </p:cNvPr>
          <p:cNvSpPr>
            <a:spLocks xmlns:a="http://schemas.openxmlformats.org/drawingml/2006/main" noGrp="1"/>
          </p:cNvSpPr>
          <p:nvPr/>
        </p:nvSpPr>
        <p:spPr>
          <a:xfrm xmlns:a="http://schemas.openxmlformats.org/drawingml/2006/main">
            <a:off x="609600" y="1752600"/>
            <a:ext cx="4572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225" b="1">
                <a:solidFill>
                  <a:srgbClr val="ECEEE9"/>
                </a:solidFill>
                <a:latin typeface="Bahnschrift"/>
                <a:ea typeface="Bahnschrift"/>
                <a:cs typeface="Bahnschrift"/>
              </a:defRPr>
            </a:defPPr>
            <a:lvl1pPr>
              <a:defRPr sz="6225" b="1">
                <a:solidFill>
                  <a:srgbClr val="ECEEE9"/>
                </a:solidFill>
                <a:latin typeface="Bahnschrift"/>
                <a:ea typeface="Bahnschrift"/>
                <a:cs typeface="Bahnschrift"/>
              </a:defRPr>
            </a:lvl1pPr>
            <a:lvl2pPr>
              <a:defRPr sz="6225" b="1">
                <a:solidFill>
                  <a:srgbClr val="ECEEE9"/>
                </a:solidFill>
                <a:latin typeface="Bahnschrift"/>
                <a:ea typeface="Bahnschrift"/>
                <a:cs typeface="Bahnschrift"/>
              </a:defRPr>
            </a:lvl2pPr>
            <a:lvl3pPr>
              <a:defRPr sz="6225" b="1">
                <a:solidFill>
                  <a:srgbClr val="ECEEE9"/>
                </a:solidFill>
                <a:latin typeface="Bahnschrift"/>
                <a:ea typeface="Bahnschrift"/>
                <a:cs typeface="Bahnschrift"/>
              </a:defRPr>
            </a:lvl3pPr>
            <a:lvl4pPr>
              <a:defRPr sz="6225" b="1">
                <a:solidFill>
                  <a:srgbClr val="ECEEE9"/>
                </a:solidFill>
                <a:latin typeface="Bahnschrift"/>
                <a:ea typeface="Bahnschrift"/>
                <a:cs typeface="Bahnschrift"/>
              </a:defRPr>
            </a:lvl4pPr>
            <a:lvl5pPr>
              <a:defRPr sz="6225" b="1">
                <a:solidFill>
                  <a:srgbClr val="ECEEE9"/>
                </a:solidFill>
                <a:latin typeface="Bahnschrift"/>
                <a:ea typeface="Bahnschrift"/>
                <a:cs typeface="Bahnschrift"/>
              </a:defRPr>
            </a:lvl5pPr>
            <a:lvl6pPr>
              <a:defRPr sz="6225" b="1">
                <a:solidFill>
                  <a:srgbClr val="ECEEE9"/>
                </a:solidFill>
                <a:latin typeface="Bahnschrift"/>
                <a:ea typeface="Bahnschrift"/>
                <a:cs typeface="Bahnschrift"/>
              </a:defRPr>
            </a:lvl6pPr>
            <a:lvl7pPr>
              <a:defRPr sz="6225" b="1">
                <a:solidFill>
                  <a:srgbClr val="ECEEE9"/>
                </a:solidFill>
                <a:latin typeface="Bahnschrift"/>
                <a:ea typeface="Bahnschrift"/>
                <a:cs typeface="Bahnschrift"/>
              </a:defRPr>
            </a:lvl7pPr>
            <a:lvl8pPr>
              <a:defRPr sz="6225" b="1">
                <a:solidFill>
                  <a:srgbClr val="ECEEE9"/>
                </a:solidFill>
                <a:latin typeface="Bahnschrift"/>
                <a:ea typeface="Bahnschrift"/>
                <a:cs typeface="Bahnschrift"/>
              </a:defRPr>
            </a:lvl8pPr>
            <a:lvl9pPr>
              <a:defRPr sz="6225" b="1">
                <a:solidFill>
                  <a:srgbClr val="ECEEE9"/>
                </a:solidFill>
                <a:latin typeface="Bahnschrift"/>
                <a:ea typeface="Bahnschrift"/>
                <a:cs typeface="Bahnschrift"/>
              </a:defRPr>
            </a:lvl9pPr>
          </a:lstStyle>
          <a:p xmlns:a="http://schemas.openxmlformats.org/drawingml/2006/main">
            <a:pPr>
              <a:defRPr sz="6225" b="1">
                <a:solidFill>
                  <a:srgbClr val="ECEEE9"/>
                </a:solidFill>
                <a:latin typeface="Bahnschrift"/>
                <a:ea typeface="Bahnschrift"/>
                <a:cs typeface="Bahnschrift"/>
              </a:defRPr>
            </a:pPr>
            <a:r>
              <a:rPr sz="6225" b="1">
                <a:solidFill>
                  <a:srgbClr val="ECEEE9"/>
                </a:solidFill>
                <a:latin typeface="Bahnschrift"/>
                <a:ea typeface="Bahnschrift"/>
                <a:cs typeface="Bahnschrift"/>
              </a:rPr>
              <a:t>BURIED</a:t>
            </a:r>
          </a:p>
          <a:p xmlns:a="http://schemas.openxmlformats.org/drawingml/2006/main">
            <a:pPr>
              <a:defRPr sz="6225" b="1">
                <a:solidFill>
                  <a:srgbClr val="ECEEE9"/>
                </a:solidFill>
                <a:latin typeface="Bahnschrift"/>
                <a:ea typeface="Bahnschrift"/>
                <a:cs typeface="Bahnschrift"/>
              </a:defRPr>
            </a:pPr>
            <a:r>
              <a:rPr sz="6225" b="1">
                <a:solidFill>
                  <a:srgbClr val="ECEEE9"/>
                </a:solidFill>
                <a:latin typeface="Bahnschrift"/>
                <a:ea typeface="Bahnschrift"/>
                <a:cs typeface="Bahnschrift"/>
              </a:rPr>
              <a:t>ECHOES</a:t>
            </a:r>
          </a:p>
        </p:txBody>
      </p:sp>
      <p:sp>
        <p:nvSpPr>
          <p:cNvPr id="5" name="矿井逃生原型">
            <a:extLst xmlns:a="http://schemas.openxmlformats.org/drawingml/2006/main">
              <a:ext uri="{FF2B5EF4-FFF2-40B4-BE49-F238E27FC236}">
                <a16:creationId xmlns:a16="http://schemas.microsoft.com/office/drawing/2014/main" id="{9D131D01-60CE-4185-A885-87A2C895D7F5}"/>
              </a:ext>
            </a:extLst>
          </p:cNvPr>
          <p:cNvSpPr>
            <a:spLocks xmlns:a="http://schemas.openxmlformats.org/drawingml/2006/main" noGrp="1"/>
          </p:cNvSpPr>
          <p:nvPr/>
        </p:nvSpPr>
        <p:spPr>
          <a:xfrm xmlns:a="http://schemas.openxmlformats.org/drawingml/2006/main">
            <a:off x="647700" y="390525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83C5B5"/>
                </a:solidFill>
                <a:latin typeface="Microsoft YaHei"/>
                <a:ea typeface="Microsoft YaHei"/>
                <a:cs typeface="Microsoft YaHei"/>
              </a:defRPr>
            </a:defPPr>
            <a:lvl1pPr>
              <a:defRPr sz="2925" b="1">
                <a:solidFill>
                  <a:srgbClr val="83C5B5"/>
                </a:solidFill>
                <a:latin typeface="Microsoft YaHei"/>
                <a:ea typeface="Microsoft YaHei"/>
                <a:cs typeface="Microsoft YaHei"/>
              </a:defRPr>
            </a:lvl1pPr>
            <a:lvl2pPr>
              <a:defRPr sz="2925" b="1">
                <a:solidFill>
                  <a:srgbClr val="83C5B5"/>
                </a:solidFill>
                <a:latin typeface="Microsoft YaHei"/>
                <a:ea typeface="Microsoft YaHei"/>
                <a:cs typeface="Microsoft YaHei"/>
              </a:defRPr>
            </a:lvl2pPr>
            <a:lvl3pPr>
              <a:defRPr sz="2925" b="1">
                <a:solidFill>
                  <a:srgbClr val="83C5B5"/>
                </a:solidFill>
                <a:latin typeface="Microsoft YaHei"/>
                <a:ea typeface="Microsoft YaHei"/>
                <a:cs typeface="Microsoft YaHei"/>
              </a:defRPr>
            </a:lvl3pPr>
            <a:lvl4pPr>
              <a:defRPr sz="2925" b="1">
                <a:solidFill>
                  <a:srgbClr val="83C5B5"/>
                </a:solidFill>
                <a:latin typeface="Microsoft YaHei"/>
                <a:ea typeface="Microsoft YaHei"/>
                <a:cs typeface="Microsoft YaHei"/>
              </a:defRPr>
            </a:lvl4pPr>
            <a:lvl5pPr>
              <a:defRPr sz="2925" b="1">
                <a:solidFill>
                  <a:srgbClr val="83C5B5"/>
                </a:solidFill>
                <a:latin typeface="Microsoft YaHei"/>
                <a:ea typeface="Microsoft YaHei"/>
                <a:cs typeface="Microsoft YaHei"/>
              </a:defRPr>
            </a:lvl5pPr>
            <a:lvl6pPr>
              <a:defRPr sz="2925" b="1">
                <a:solidFill>
                  <a:srgbClr val="83C5B5"/>
                </a:solidFill>
                <a:latin typeface="Microsoft YaHei"/>
                <a:ea typeface="Microsoft YaHei"/>
                <a:cs typeface="Microsoft YaHei"/>
              </a:defRPr>
            </a:lvl6pPr>
            <a:lvl7pPr>
              <a:defRPr sz="2925" b="1">
                <a:solidFill>
                  <a:srgbClr val="83C5B5"/>
                </a:solidFill>
                <a:latin typeface="Microsoft YaHei"/>
                <a:ea typeface="Microsoft YaHei"/>
                <a:cs typeface="Microsoft YaHei"/>
              </a:defRPr>
            </a:lvl7pPr>
            <a:lvl8pPr>
              <a:defRPr sz="2925" b="1">
                <a:solidFill>
                  <a:srgbClr val="83C5B5"/>
                </a:solidFill>
                <a:latin typeface="Microsoft YaHei"/>
                <a:ea typeface="Microsoft YaHei"/>
                <a:cs typeface="Microsoft YaHei"/>
              </a:defRPr>
            </a:lvl8pPr>
            <a:lvl9pPr>
              <a:defRPr sz="2925" b="1">
                <a:solidFill>
                  <a:srgbClr val="83C5B5"/>
                </a:solidFill>
                <a:latin typeface="Microsoft YaHei"/>
                <a:ea typeface="Microsoft YaHei"/>
                <a:cs typeface="Microsoft YaHei"/>
              </a:defRPr>
            </a:lvl9pPr>
          </a:lstStyle>
          <a:p xmlns:a="http://schemas.openxmlformats.org/drawingml/2006/main">
            <a:pPr>
              <a:defRPr sz="2925" b="1">
                <a:solidFill>
                  <a:srgbClr val="83C5B5"/>
                </a:solidFill>
                <a:latin typeface="Microsoft YaHei"/>
                <a:ea typeface="Microsoft YaHei"/>
                <a:cs typeface="Microsoft YaHei"/>
              </a:defRPr>
            </a:pPr>
            <a:r>
              <a:rPr sz="2925" b="1">
                <a:solidFill>
                  <a:srgbClr val="83C5B5"/>
                </a:solidFill>
                <a:latin typeface="Microsoft YaHei"/>
                <a:ea typeface="Microsoft YaHei"/>
                <a:cs typeface="Microsoft YaHei"/>
              </a:rPr>
              <a:t>矿井逃生原型</a:t>
            </a:r>
          </a:p>
        </p:txBody>
      </p:sp>
      <p:sp>
        <p:nvSpPr>
          <p:cNvPr id="6" name="在狭窄、昏暗的矿井中，&#10;玩家通过观察环境与操作机关，&#10;判断继">
            <a:extLst xmlns:a="http://schemas.openxmlformats.org/drawingml/2006/main">
              <a:ext uri="{FF2B5EF4-FFF2-40B4-BE49-F238E27FC236}">
                <a16:creationId xmlns:a16="http://schemas.microsoft.com/office/drawing/2014/main" id="{98F59C17-50E4-40C0-B991-1105A233BE7C}"/>
              </a:ext>
            </a:extLst>
          </p:cNvPr>
          <p:cNvSpPr>
            <a:spLocks xmlns:a="http://schemas.openxmlformats.org/drawingml/2006/main" noGrp="1"/>
          </p:cNvSpPr>
          <p:nvPr/>
        </p:nvSpPr>
        <p:spPr>
          <a:xfrm xmlns:a="http://schemas.openxmlformats.org/drawingml/2006/main">
            <a:off x="647700" y="4819650"/>
            <a:ext cx="409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CEEE9"/>
                </a:solidFill>
                <a:latin typeface="Microsoft YaHei"/>
                <a:ea typeface="Microsoft YaHei"/>
                <a:cs typeface="Microsoft YaHei"/>
              </a:defRPr>
            </a:defPPr>
            <a:lvl1pPr>
              <a:defRPr sz="2025" b="0">
                <a:solidFill>
                  <a:srgbClr val="ECEEE9"/>
                </a:solidFill>
                <a:latin typeface="Microsoft YaHei"/>
                <a:ea typeface="Microsoft YaHei"/>
                <a:cs typeface="Microsoft YaHei"/>
              </a:defRPr>
            </a:lvl1pPr>
            <a:lvl2pPr>
              <a:defRPr sz="2025" b="0">
                <a:solidFill>
                  <a:srgbClr val="ECEEE9"/>
                </a:solidFill>
                <a:latin typeface="Microsoft YaHei"/>
                <a:ea typeface="Microsoft YaHei"/>
                <a:cs typeface="Microsoft YaHei"/>
              </a:defRPr>
            </a:lvl2pPr>
            <a:lvl3pPr>
              <a:defRPr sz="2025" b="0">
                <a:solidFill>
                  <a:srgbClr val="ECEEE9"/>
                </a:solidFill>
                <a:latin typeface="Microsoft YaHei"/>
                <a:ea typeface="Microsoft YaHei"/>
                <a:cs typeface="Microsoft YaHei"/>
              </a:defRPr>
            </a:lvl3pPr>
            <a:lvl4pPr>
              <a:defRPr sz="2025" b="0">
                <a:solidFill>
                  <a:srgbClr val="ECEEE9"/>
                </a:solidFill>
                <a:latin typeface="Microsoft YaHei"/>
                <a:ea typeface="Microsoft YaHei"/>
                <a:cs typeface="Microsoft YaHei"/>
              </a:defRPr>
            </a:lvl4pPr>
            <a:lvl5pPr>
              <a:defRPr sz="2025" b="0">
                <a:solidFill>
                  <a:srgbClr val="ECEEE9"/>
                </a:solidFill>
                <a:latin typeface="Microsoft YaHei"/>
                <a:ea typeface="Microsoft YaHei"/>
                <a:cs typeface="Microsoft YaHei"/>
              </a:defRPr>
            </a:lvl5pPr>
            <a:lvl6pPr>
              <a:defRPr sz="2025" b="0">
                <a:solidFill>
                  <a:srgbClr val="ECEEE9"/>
                </a:solidFill>
                <a:latin typeface="Microsoft YaHei"/>
                <a:ea typeface="Microsoft YaHei"/>
                <a:cs typeface="Microsoft YaHei"/>
              </a:defRPr>
            </a:lvl6pPr>
            <a:lvl7pPr>
              <a:defRPr sz="2025" b="0">
                <a:solidFill>
                  <a:srgbClr val="ECEEE9"/>
                </a:solidFill>
                <a:latin typeface="Microsoft YaHei"/>
                <a:ea typeface="Microsoft YaHei"/>
                <a:cs typeface="Microsoft YaHei"/>
              </a:defRPr>
            </a:lvl7pPr>
            <a:lvl8pPr>
              <a:defRPr sz="2025" b="0">
                <a:solidFill>
                  <a:srgbClr val="ECEEE9"/>
                </a:solidFill>
                <a:latin typeface="Microsoft YaHei"/>
                <a:ea typeface="Microsoft YaHei"/>
                <a:cs typeface="Microsoft YaHei"/>
              </a:defRPr>
            </a:lvl8pPr>
            <a:lvl9pPr>
              <a:defRPr sz="2025" b="0">
                <a:solidFill>
                  <a:srgbClr val="ECEEE9"/>
                </a:solidFill>
                <a:latin typeface="Microsoft YaHei"/>
                <a:ea typeface="Microsoft YaHei"/>
                <a:cs typeface="Microsoft YaHei"/>
              </a:defRPr>
            </a:lvl9pPr>
          </a:lstStyle>
          <a:p xmlns:a="http://schemas.openxmlformats.org/drawingml/2006/main">
            <a:pPr>
              <a:defRPr sz="2025" b="0">
                <a:solidFill>
                  <a:srgbClr val="ECEEE9"/>
                </a:solidFill>
                <a:latin typeface="Microsoft YaHei"/>
                <a:ea typeface="Microsoft YaHei"/>
                <a:cs typeface="Microsoft YaHei"/>
              </a:defRPr>
            </a:pPr>
            <a:r>
              <a:rPr sz="2025" b="0">
                <a:solidFill>
                  <a:srgbClr val="ECEEE9"/>
                </a:solidFill>
                <a:latin typeface="Microsoft YaHei"/>
                <a:ea typeface="Microsoft YaHei"/>
                <a:cs typeface="Microsoft YaHei"/>
              </a:rPr>
              <a:t>在狭窄、昏暗的矿井中，</a:t>
            </a:r>
          </a:p>
          <a:p xmlns:a="http://schemas.openxmlformats.org/drawingml/2006/main">
            <a:pPr>
              <a:defRPr sz="2025" b="0">
                <a:solidFill>
                  <a:srgbClr val="ECEEE9"/>
                </a:solidFill>
                <a:latin typeface="Microsoft YaHei"/>
                <a:ea typeface="Microsoft YaHei"/>
                <a:cs typeface="Microsoft YaHei"/>
              </a:defRPr>
            </a:pPr>
            <a:r>
              <a:rPr sz="2025" b="0">
                <a:solidFill>
                  <a:srgbClr val="ECEEE9"/>
                </a:solidFill>
                <a:latin typeface="Microsoft YaHei"/>
                <a:ea typeface="Microsoft YaHei"/>
                <a:cs typeface="Microsoft YaHei"/>
              </a:rPr>
              <a:t>玩家通过观察环境与操作机关，</a:t>
            </a:r>
          </a:p>
          <a:p xmlns:a="http://schemas.openxmlformats.org/drawingml/2006/main">
            <a:pPr>
              <a:defRPr sz="2025" b="0">
                <a:solidFill>
                  <a:srgbClr val="ECEEE9"/>
                </a:solidFill>
                <a:latin typeface="Microsoft YaHei"/>
                <a:ea typeface="Microsoft YaHei"/>
                <a:cs typeface="Microsoft YaHei"/>
              </a:defRPr>
            </a:pPr>
            <a:r>
              <a:rPr sz="2025" b="0">
                <a:solidFill>
                  <a:srgbClr val="ECEEE9"/>
                </a:solidFill>
                <a:latin typeface="Microsoft YaHei"/>
                <a:ea typeface="Microsoft YaHei"/>
                <a:cs typeface="Microsoft YaHei"/>
              </a:rPr>
              <a:t>判断继续前进的时机。</a:t>
            </a:r>
          </a:p>
        </p:txBody>
      </p:sp>
      <p:sp>
        <p:nvSpPr>
          <p:cNvPr id="7" name="项目重点">
            <a:extLst xmlns:a="http://schemas.openxmlformats.org/drawingml/2006/main">
              <a:ext uri="{FF2B5EF4-FFF2-40B4-BE49-F238E27FC236}">
                <a16:creationId xmlns:a16="http://schemas.microsoft.com/office/drawing/2014/main" id="{0311DFD8-5200-4583-894F-41B9E330D0B7}"/>
              </a:ext>
            </a:extLst>
          </p:cNvPr>
          <p:cNvSpPr>
            <a:spLocks xmlns:a="http://schemas.openxmlformats.org/drawingml/2006/main" noGrp="1"/>
          </p:cNvSpPr>
          <p:nvPr/>
        </p:nvSpPr>
        <p:spPr>
          <a:xfrm xmlns:a="http://schemas.openxmlformats.org/drawingml/2006/main">
            <a:off x="647700" y="65055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A4AFAC"/>
                </a:solidFill>
                <a:latin typeface="Microsoft YaHei"/>
                <a:ea typeface="Microsoft YaHei"/>
                <a:cs typeface="Microsoft YaHei"/>
              </a:defRPr>
            </a:defPPr>
            <a:lvl1pPr>
              <a:defRPr sz="1500" b="1">
                <a:solidFill>
                  <a:srgbClr val="A4AFAC"/>
                </a:solidFill>
                <a:latin typeface="Microsoft YaHei"/>
                <a:ea typeface="Microsoft YaHei"/>
                <a:cs typeface="Microsoft YaHei"/>
              </a:defRPr>
            </a:lvl1pPr>
            <a:lvl2pPr>
              <a:defRPr sz="1500" b="1">
                <a:solidFill>
                  <a:srgbClr val="A4AFAC"/>
                </a:solidFill>
                <a:latin typeface="Microsoft YaHei"/>
                <a:ea typeface="Microsoft YaHei"/>
                <a:cs typeface="Microsoft YaHei"/>
              </a:defRPr>
            </a:lvl2pPr>
            <a:lvl3pPr>
              <a:defRPr sz="1500" b="1">
                <a:solidFill>
                  <a:srgbClr val="A4AFAC"/>
                </a:solidFill>
                <a:latin typeface="Microsoft YaHei"/>
                <a:ea typeface="Microsoft YaHei"/>
                <a:cs typeface="Microsoft YaHei"/>
              </a:defRPr>
            </a:lvl3pPr>
            <a:lvl4pPr>
              <a:defRPr sz="1500" b="1">
                <a:solidFill>
                  <a:srgbClr val="A4AFAC"/>
                </a:solidFill>
                <a:latin typeface="Microsoft YaHei"/>
                <a:ea typeface="Microsoft YaHei"/>
                <a:cs typeface="Microsoft YaHei"/>
              </a:defRPr>
            </a:lvl4pPr>
            <a:lvl5pPr>
              <a:defRPr sz="1500" b="1">
                <a:solidFill>
                  <a:srgbClr val="A4AFAC"/>
                </a:solidFill>
                <a:latin typeface="Microsoft YaHei"/>
                <a:ea typeface="Microsoft YaHei"/>
                <a:cs typeface="Microsoft YaHei"/>
              </a:defRPr>
            </a:lvl5pPr>
            <a:lvl6pPr>
              <a:defRPr sz="1500" b="1">
                <a:solidFill>
                  <a:srgbClr val="A4AFAC"/>
                </a:solidFill>
                <a:latin typeface="Microsoft YaHei"/>
                <a:ea typeface="Microsoft YaHei"/>
                <a:cs typeface="Microsoft YaHei"/>
              </a:defRPr>
            </a:lvl6pPr>
            <a:lvl7pPr>
              <a:defRPr sz="1500" b="1">
                <a:solidFill>
                  <a:srgbClr val="A4AFAC"/>
                </a:solidFill>
                <a:latin typeface="Microsoft YaHei"/>
                <a:ea typeface="Microsoft YaHei"/>
                <a:cs typeface="Microsoft YaHei"/>
              </a:defRPr>
            </a:lvl7pPr>
            <a:lvl8pPr>
              <a:defRPr sz="1500" b="1">
                <a:solidFill>
                  <a:srgbClr val="A4AFAC"/>
                </a:solidFill>
                <a:latin typeface="Microsoft YaHei"/>
                <a:ea typeface="Microsoft YaHei"/>
                <a:cs typeface="Microsoft YaHei"/>
              </a:defRPr>
            </a:lvl8pPr>
            <a:lvl9pPr>
              <a:defRPr sz="1500" b="1">
                <a:solidFill>
                  <a:srgbClr val="A4AFAC"/>
                </a:solidFill>
                <a:latin typeface="Microsoft YaHei"/>
                <a:ea typeface="Microsoft YaHei"/>
                <a:cs typeface="Microsoft YaHei"/>
              </a:defRPr>
            </a:lvl9pPr>
          </a:lstStyle>
          <a:p xmlns:a="http://schemas.openxmlformats.org/drawingml/2006/main">
            <a:pPr>
              <a:defRPr sz="1500" b="1">
                <a:solidFill>
                  <a:srgbClr val="A4AFAC"/>
                </a:solidFill>
                <a:latin typeface="Microsoft YaHei"/>
                <a:ea typeface="Microsoft YaHei"/>
                <a:cs typeface="Microsoft YaHei"/>
              </a:defRPr>
            </a:pPr>
            <a:r>
              <a:rPr sz="1500" b="1">
                <a:solidFill>
                  <a:srgbClr val="A4AFAC"/>
                </a:solidFill>
                <a:latin typeface="Microsoft YaHei"/>
                <a:ea typeface="Microsoft YaHei"/>
                <a:cs typeface="Microsoft YaHei"/>
              </a:rPr>
              <a:t>项目重点</a:t>
            </a:r>
          </a:p>
        </p:txBody>
      </p:sp>
      <p:sp>
        <p:nvSpPr>
          <p:cNvPr id="8" name="关卡布局 / 交互机制 / 氛围表达">
            <a:extLst xmlns:a="http://schemas.openxmlformats.org/drawingml/2006/main">
              <a:ext uri="{FF2B5EF4-FFF2-40B4-BE49-F238E27FC236}">
                <a16:creationId xmlns:a16="http://schemas.microsoft.com/office/drawing/2014/main" id="{847A7E0C-E941-40CB-8E1B-7FDAF825C970}"/>
              </a:ext>
            </a:extLst>
          </p:cNvPr>
          <p:cNvSpPr>
            <a:spLocks xmlns:a="http://schemas.openxmlformats.org/drawingml/2006/main" noGrp="1"/>
          </p:cNvSpPr>
          <p:nvPr/>
        </p:nvSpPr>
        <p:spPr>
          <a:xfrm xmlns:a="http://schemas.openxmlformats.org/drawingml/2006/main">
            <a:off x="647700" y="6915150"/>
            <a:ext cx="4143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CEEE9"/>
                </a:solidFill>
                <a:latin typeface="Microsoft YaHei"/>
                <a:ea typeface="Microsoft YaHei"/>
                <a:cs typeface="Microsoft YaHei"/>
              </a:defRPr>
            </a:defPPr>
            <a:lvl1pPr>
              <a:defRPr sz="1725" b="0">
                <a:solidFill>
                  <a:srgbClr val="ECEEE9"/>
                </a:solidFill>
                <a:latin typeface="Microsoft YaHei"/>
                <a:ea typeface="Microsoft YaHei"/>
                <a:cs typeface="Microsoft YaHei"/>
              </a:defRPr>
            </a:lvl1pPr>
            <a:lvl2pPr>
              <a:defRPr sz="1725" b="0">
                <a:solidFill>
                  <a:srgbClr val="ECEEE9"/>
                </a:solidFill>
                <a:latin typeface="Microsoft YaHei"/>
                <a:ea typeface="Microsoft YaHei"/>
                <a:cs typeface="Microsoft YaHei"/>
              </a:defRPr>
            </a:lvl2pPr>
            <a:lvl3pPr>
              <a:defRPr sz="1725" b="0">
                <a:solidFill>
                  <a:srgbClr val="ECEEE9"/>
                </a:solidFill>
                <a:latin typeface="Microsoft YaHei"/>
                <a:ea typeface="Microsoft YaHei"/>
                <a:cs typeface="Microsoft YaHei"/>
              </a:defRPr>
            </a:lvl3pPr>
            <a:lvl4pPr>
              <a:defRPr sz="1725" b="0">
                <a:solidFill>
                  <a:srgbClr val="ECEEE9"/>
                </a:solidFill>
                <a:latin typeface="Microsoft YaHei"/>
                <a:ea typeface="Microsoft YaHei"/>
                <a:cs typeface="Microsoft YaHei"/>
              </a:defRPr>
            </a:lvl4pPr>
            <a:lvl5pPr>
              <a:defRPr sz="1725" b="0">
                <a:solidFill>
                  <a:srgbClr val="ECEEE9"/>
                </a:solidFill>
                <a:latin typeface="Microsoft YaHei"/>
                <a:ea typeface="Microsoft YaHei"/>
                <a:cs typeface="Microsoft YaHei"/>
              </a:defRPr>
            </a:lvl5pPr>
            <a:lvl6pPr>
              <a:defRPr sz="1725" b="0">
                <a:solidFill>
                  <a:srgbClr val="ECEEE9"/>
                </a:solidFill>
                <a:latin typeface="Microsoft YaHei"/>
                <a:ea typeface="Microsoft YaHei"/>
                <a:cs typeface="Microsoft YaHei"/>
              </a:defRPr>
            </a:lvl6pPr>
            <a:lvl7pPr>
              <a:defRPr sz="1725" b="0">
                <a:solidFill>
                  <a:srgbClr val="ECEEE9"/>
                </a:solidFill>
                <a:latin typeface="Microsoft YaHei"/>
                <a:ea typeface="Microsoft YaHei"/>
                <a:cs typeface="Microsoft YaHei"/>
              </a:defRPr>
            </a:lvl7pPr>
            <a:lvl8pPr>
              <a:defRPr sz="1725" b="0">
                <a:solidFill>
                  <a:srgbClr val="ECEEE9"/>
                </a:solidFill>
                <a:latin typeface="Microsoft YaHei"/>
                <a:ea typeface="Microsoft YaHei"/>
                <a:cs typeface="Microsoft YaHei"/>
              </a:defRPr>
            </a:lvl8pPr>
            <a:lvl9pPr>
              <a:defRPr sz="1725" b="0">
                <a:solidFill>
                  <a:srgbClr val="ECEEE9"/>
                </a:solidFill>
                <a:latin typeface="Microsoft YaHei"/>
                <a:ea typeface="Microsoft YaHei"/>
                <a:cs typeface="Microsoft YaHei"/>
              </a:defRPr>
            </a:lvl9pPr>
          </a:lstStyle>
          <a:p xmlns:a="http://schemas.openxmlformats.org/drawingml/2006/main">
            <a:pPr>
              <a:defRPr sz="1725" b="0">
                <a:solidFill>
                  <a:srgbClr val="ECEEE9"/>
                </a:solidFill>
                <a:latin typeface="Microsoft YaHei"/>
                <a:ea typeface="Microsoft YaHei"/>
                <a:cs typeface="Microsoft YaHei"/>
              </a:defRPr>
            </a:pPr>
            <a:r>
              <a:rPr sz="1725" b="0">
                <a:solidFill>
                  <a:srgbClr val="ECEEE9"/>
                </a:solidFill>
                <a:latin typeface="Microsoft YaHei"/>
                <a:ea typeface="Microsoft YaHei"/>
                <a:cs typeface="Microsoft YaHei"/>
              </a:rPr>
              <a:t>关卡布局 / 交互机制 / 氛围表达</a:t>
            </a:r>
          </a:p>
        </p:txBody>
      </p:sp>
      <p:sp>
        <p:nvSpPr>
          <p:cNvPr id="9" name="Unity 2021.3   ·   URP   ·   第">
            <a:extLst xmlns:a="http://schemas.openxmlformats.org/drawingml/2006/main">
              <a:ext uri="{FF2B5EF4-FFF2-40B4-BE49-F238E27FC236}">
                <a16:creationId xmlns:a16="http://schemas.microsoft.com/office/drawing/2014/main" id="{4331C4C8-6683-44F9-BDE3-3AAAFB6A887E}"/>
              </a:ext>
            </a:extLst>
          </p:cNvPr>
          <p:cNvSpPr>
            <a:spLocks xmlns:a="http://schemas.openxmlformats.org/drawingml/2006/main" noGrp="1"/>
          </p:cNvSpPr>
          <p:nvPr/>
        </p:nvSpPr>
        <p:spPr>
          <a:xfrm xmlns:a="http://schemas.openxmlformats.org/drawingml/2006/main">
            <a:off x="647700" y="77343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4AFAC"/>
                </a:solidFill>
                <a:latin typeface="Microsoft YaHei"/>
                <a:ea typeface="Microsoft YaHei"/>
                <a:cs typeface="Microsoft YaHei"/>
              </a:defRPr>
            </a:defPPr>
            <a:lvl1pPr>
              <a:defRPr sz="1350" b="0">
                <a:solidFill>
                  <a:srgbClr val="A4AFAC"/>
                </a:solidFill>
                <a:latin typeface="Microsoft YaHei"/>
                <a:ea typeface="Microsoft YaHei"/>
                <a:cs typeface="Microsoft YaHei"/>
              </a:defRPr>
            </a:lvl1pPr>
            <a:lvl2pPr>
              <a:defRPr sz="1350" b="0">
                <a:solidFill>
                  <a:srgbClr val="A4AFAC"/>
                </a:solidFill>
                <a:latin typeface="Microsoft YaHei"/>
                <a:ea typeface="Microsoft YaHei"/>
                <a:cs typeface="Microsoft YaHei"/>
              </a:defRPr>
            </a:lvl2pPr>
            <a:lvl3pPr>
              <a:defRPr sz="1350" b="0">
                <a:solidFill>
                  <a:srgbClr val="A4AFAC"/>
                </a:solidFill>
                <a:latin typeface="Microsoft YaHei"/>
                <a:ea typeface="Microsoft YaHei"/>
                <a:cs typeface="Microsoft YaHei"/>
              </a:defRPr>
            </a:lvl3pPr>
            <a:lvl4pPr>
              <a:defRPr sz="1350" b="0">
                <a:solidFill>
                  <a:srgbClr val="A4AFAC"/>
                </a:solidFill>
                <a:latin typeface="Microsoft YaHei"/>
                <a:ea typeface="Microsoft YaHei"/>
                <a:cs typeface="Microsoft YaHei"/>
              </a:defRPr>
            </a:lvl4pPr>
            <a:lvl5pPr>
              <a:defRPr sz="1350" b="0">
                <a:solidFill>
                  <a:srgbClr val="A4AFAC"/>
                </a:solidFill>
                <a:latin typeface="Microsoft YaHei"/>
                <a:ea typeface="Microsoft YaHei"/>
                <a:cs typeface="Microsoft YaHei"/>
              </a:defRPr>
            </a:lvl5pPr>
            <a:lvl6pPr>
              <a:defRPr sz="1350" b="0">
                <a:solidFill>
                  <a:srgbClr val="A4AFAC"/>
                </a:solidFill>
                <a:latin typeface="Microsoft YaHei"/>
                <a:ea typeface="Microsoft YaHei"/>
                <a:cs typeface="Microsoft YaHei"/>
              </a:defRPr>
            </a:lvl6pPr>
            <a:lvl7pPr>
              <a:defRPr sz="1350" b="0">
                <a:solidFill>
                  <a:srgbClr val="A4AFAC"/>
                </a:solidFill>
                <a:latin typeface="Microsoft YaHei"/>
                <a:ea typeface="Microsoft YaHei"/>
                <a:cs typeface="Microsoft YaHei"/>
              </a:defRPr>
            </a:lvl7pPr>
            <a:lvl8pPr>
              <a:defRPr sz="1350" b="0">
                <a:solidFill>
                  <a:srgbClr val="A4AFAC"/>
                </a:solidFill>
                <a:latin typeface="Microsoft YaHei"/>
                <a:ea typeface="Microsoft YaHei"/>
                <a:cs typeface="Microsoft YaHei"/>
              </a:defRPr>
            </a:lvl8pPr>
            <a:lvl9pPr>
              <a:defRPr sz="1350" b="0">
                <a:solidFill>
                  <a:srgbClr val="A4AFAC"/>
                </a:solidFill>
                <a:latin typeface="Microsoft YaHei"/>
                <a:ea typeface="Microsoft YaHei"/>
                <a:cs typeface="Microsoft YaHei"/>
              </a:defRPr>
            </a:lvl9pPr>
          </a:lstStyle>
          <a:p xmlns:a="http://schemas.openxmlformats.org/drawingml/2006/main">
            <a:pPr>
              <a:defRPr sz="1350" b="0">
                <a:solidFill>
                  <a:srgbClr val="A4AFAC"/>
                </a:solidFill>
                <a:latin typeface="Microsoft YaHei"/>
                <a:ea typeface="Microsoft YaHei"/>
                <a:cs typeface="Microsoft YaHei"/>
              </a:defRPr>
            </a:pPr>
            <a:r>
              <a:rPr sz="1350" b="0">
                <a:solidFill>
                  <a:srgbClr val="A4AFAC"/>
                </a:solidFill>
                <a:latin typeface="Microsoft YaHei"/>
                <a:ea typeface="Microsoft YaHei"/>
                <a:cs typeface="Microsoft YaHei"/>
              </a:rPr>
              <a:t>Unity 2021.3   ·   URP   ·   第一人称原型</a:t>
            </a:r>
          </a:p>
        </p:txBody>
      </p:sp>
      <p:sp>
        <p:nvSpPr>
          <p:cNvPr id="10" name="JUNYU JIN">
            <a:extLst xmlns:a="http://schemas.openxmlformats.org/drawingml/2006/main">
              <a:ext uri="{FF2B5EF4-FFF2-40B4-BE49-F238E27FC236}">
                <a16:creationId xmlns:a16="http://schemas.microsoft.com/office/drawing/2014/main" id="{CE7CE99F-140E-40BF-A206-FAE88D16609B}"/>
              </a:ext>
            </a:extLst>
          </p:cNvPr>
          <p:cNvSpPr>
            <a:spLocks xmlns:a="http://schemas.openxmlformats.org/drawingml/2006/main" noGrp="1"/>
          </p:cNvSpPr>
          <p:nvPr/>
        </p:nvSpPr>
        <p:spPr>
          <a:xfrm xmlns:a="http://schemas.openxmlformats.org/drawingml/2006/main">
            <a:off x="609600" y="82200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4AFAC"/>
                </a:solidFill>
                <a:latin typeface="Bahnschrift"/>
                <a:ea typeface="Bahnschrift"/>
                <a:cs typeface="Bahnschrift"/>
              </a:defRPr>
            </a:defPPr>
            <a:lvl1pPr>
              <a:defRPr sz="1275" b="0">
                <a:solidFill>
                  <a:srgbClr val="A4AFAC"/>
                </a:solidFill>
                <a:latin typeface="Bahnschrift"/>
                <a:ea typeface="Bahnschrift"/>
                <a:cs typeface="Bahnschrift"/>
              </a:defRPr>
            </a:lvl1pPr>
            <a:lvl2pPr>
              <a:defRPr sz="1275" b="0">
                <a:solidFill>
                  <a:srgbClr val="A4AFAC"/>
                </a:solidFill>
                <a:latin typeface="Bahnschrift"/>
                <a:ea typeface="Bahnschrift"/>
                <a:cs typeface="Bahnschrift"/>
              </a:defRPr>
            </a:lvl2pPr>
            <a:lvl3pPr>
              <a:defRPr sz="1275" b="0">
                <a:solidFill>
                  <a:srgbClr val="A4AFAC"/>
                </a:solidFill>
                <a:latin typeface="Bahnschrift"/>
                <a:ea typeface="Bahnschrift"/>
                <a:cs typeface="Bahnschrift"/>
              </a:defRPr>
            </a:lvl3pPr>
            <a:lvl4pPr>
              <a:defRPr sz="1275" b="0">
                <a:solidFill>
                  <a:srgbClr val="A4AFAC"/>
                </a:solidFill>
                <a:latin typeface="Bahnschrift"/>
                <a:ea typeface="Bahnschrift"/>
                <a:cs typeface="Bahnschrift"/>
              </a:defRPr>
            </a:lvl4pPr>
            <a:lvl5pPr>
              <a:defRPr sz="1275" b="0">
                <a:solidFill>
                  <a:srgbClr val="A4AFAC"/>
                </a:solidFill>
                <a:latin typeface="Bahnschrift"/>
                <a:ea typeface="Bahnschrift"/>
                <a:cs typeface="Bahnschrift"/>
              </a:defRPr>
            </a:lvl5pPr>
            <a:lvl6pPr>
              <a:defRPr sz="1275" b="0">
                <a:solidFill>
                  <a:srgbClr val="A4AFAC"/>
                </a:solidFill>
                <a:latin typeface="Bahnschrift"/>
                <a:ea typeface="Bahnschrift"/>
                <a:cs typeface="Bahnschrift"/>
              </a:defRPr>
            </a:lvl6pPr>
            <a:lvl7pPr>
              <a:defRPr sz="1275" b="0">
                <a:solidFill>
                  <a:srgbClr val="A4AFAC"/>
                </a:solidFill>
                <a:latin typeface="Bahnschrift"/>
                <a:ea typeface="Bahnschrift"/>
                <a:cs typeface="Bahnschrift"/>
              </a:defRPr>
            </a:lvl7pPr>
            <a:lvl8pPr>
              <a:defRPr sz="1275" b="0">
                <a:solidFill>
                  <a:srgbClr val="A4AFAC"/>
                </a:solidFill>
                <a:latin typeface="Bahnschrift"/>
                <a:ea typeface="Bahnschrift"/>
                <a:cs typeface="Bahnschrift"/>
              </a:defRPr>
            </a:lvl8pPr>
            <a:lvl9pPr>
              <a:defRPr sz="1275" b="0">
                <a:solidFill>
                  <a:srgbClr val="A4AFAC"/>
                </a:solidFill>
                <a:latin typeface="Bahnschrift"/>
                <a:ea typeface="Bahnschrift"/>
                <a:cs typeface="Bahnschrift"/>
              </a:defRPr>
            </a:lvl9pPr>
          </a:lstStyle>
          <a:p xmlns:a="http://schemas.openxmlformats.org/drawingml/2006/main">
            <a:pPr>
              <a:defRPr sz="1275" b="0">
                <a:solidFill>
                  <a:srgbClr val="A4AFAC"/>
                </a:solidFill>
                <a:latin typeface="Bahnschrift"/>
                <a:ea typeface="Bahnschrift"/>
                <a:cs typeface="Bahnschrift"/>
              </a:defRPr>
            </a:pPr>
            <a:r>
              <a:rPr sz="1275" b="0">
                <a:solidFill>
                  <a:srgbClr val="A4AFAC"/>
                </a:solidFill>
                <a:latin typeface="Bahnschrift"/>
                <a:ea typeface="Bahnschrift"/>
                <a:cs typeface="Bahnschrift"/>
              </a:rPr>
              <a:t>JUNYU JIN</a:t>
            </a:r>
          </a:p>
        </p:txBody>
      </p:sp>
      <p:sp>
        <p:nvSpPr>
          <p:cNvPr id="11" name="01 / 06">
            <a:extLst xmlns:a="http://schemas.openxmlformats.org/drawingml/2006/main">
              <a:ext uri="{FF2B5EF4-FFF2-40B4-BE49-F238E27FC236}">
                <a16:creationId xmlns:a16="http://schemas.microsoft.com/office/drawing/2014/main" id="{7DE73C42-952F-47BD-9C06-7EB556C6DDBD}"/>
              </a:ext>
            </a:extLst>
          </p:cNvPr>
          <p:cNvSpPr>
            <a:spLocks xmlns:a="http://schemas.openxmlformats.org/drawingml/2006/main" noGrp="1"/>
          </p:cNvSpPr>
          <p:nvPr/>
        </p:nvSpPr>
        <p:spPr>
          <a:xfrm xmlns:a="http://schemas.openxmlformats.org/drawingml/2006/main">
            <a:off x="13639800" y="822007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4AFAC"/>
                </a:solidFill>
                <a:latin typeface="Bahnschrift"/>
                <a:ea typeface="Bahnschrift"/>
                <a:cs typeface="Bahnschrift"/>
              </a:defRPr>
            </a:defPPr>
            <a:lvl1pPr>
              <a:defRPr sz="1350" b="0">
                <a:solidFill>
                  <a:srgbClr val="A4AFAC"/>
                </a:solidFill>
                <a:latin typeface="Bahnschrift"/>
                <a:ea typeface="Bahnschrift"/>
                <a:cs typeface="Bahnschrift"/>
              </a:defRPr>
            </a:lvl1pPr>
            <a:lvl2pPr>
              <a:defRPr sz="1350" b="0">
                <a:solidFill>
                  <a:srgbClr val="A4AFAC"/>
                </a:solidFill>
                <a:latin typeface="Bahnschrift"/>
                <a:ea typeface="Bahnschrift"/>
                <a:cs typeface="Bahnschrift"/>
              </a:defRPr>
            </a:lvl2pPr>
            <a:lvl3pPr>
              <a:defRPr sz="1350" b="0">
                <a:solidFill>
                  <a:srgbClr val="A4AFAC"/>
                </a:solidFill>
                <a:latin typeface="Bahnschrift"/>
                <a:ea typeface="Bahnschrift"/>
                <a:cs typeface="Bahnschrift"/>
              </a:defRPr>
            </a:lvl3pPr>
            <a:lvl4pPr>
              <a:defRPr sz="1350" b="0">
                <a:solidFill>
                  <a:srgbClr val="A4AFAC"/>
                </a:solidFill>
                <a:latin typeface="Bahnschrift"/>
                <a:ea typeface="Bahnschrift"/>
                <a:cs typeface="Bahnschrift"/>
              </a:defRPr>
            </a:lvl4pPr>
            <a:lvl5pPr>
              <a:defRPr sz="1350" b="0">
                <a:solidFill>
                  <a:srgbClr val="A4AFAC"/>
                </a:solidFill>
                <a:latin typeface="Bahnschrift"/>
                <a:ea typeface="Bahnschrift"/>
                <a:cs typeface="Bahnschrift"/>
              </a:defRPr>
            </a:lvl5pPr>
            <a:lvl6pPr>
              <a:defRPr sz="1350" b="0">
                <a:solidFill>
                  <a:srgbClr val="A4AFAC"/>
                </a:solidFill>
                <a:latin typeface="Bahnschrift"/>
                <a:ea typeface="Bahnschrift"/>
                <a:cs typeface="Bahnschrift"/>
              </a:defRPr>
            </a:lvl6pPr>
            <a:lvl7pPr>
              <a:defRPr sz="1350" b="0">
                <a:solidFill>
                  <a:srgbClr val="A4AFAC"/>
                </a:solidFill>
                <a:latin typeface="Bahnschrift"/>
                <a:ea typeface="Bahnschrift"/>
                <a:cs typeface="Bahnschrift"/>
              </a:defRPr>
            </a:lvl7pPr>
            <a:lvl8pPr>
              <a:defRPr sz="1350" b="0">
                <a:solidFill>
                  <a:srgbClr val="A4AFAC"/>
                </a:solidFill>
                <a:latin typeface="Bahnschrift"/>
                <a:ea typeface="Bahnschrift"/>
                <a:cs typeface="Bahnschrift"/>
              </a:defRPr>
            </a:lvl8pPr>
            <a:lvl9pPr>
              <a:defRPr sz="1350" b="0">
                <a:solidFill>
                  <a:srgbClr val="A4AFAC"/>
                </a:solidFill>
                <a:latin typeface="Bahnschrift"/>
                <a:ea typeface="Bahnschrift"/>
                <a:cs typeface="Bahnschrift"/>
              </a:defRPr>
            </a:lvl9pPr>
          </a:lstStyle>
          <a:p xmlns:a="http://schemas.openxmlformats.org/drawingml/2006/main">
            <a:pPr>
              <a:defRPr sz="1350" b="0">
                <a:solidFill>
                  <a:srgbClr val="A4AFAC"/>
                </a:solidFill>
                <a:latin typeface="Bahnschrift"/>
                <a:ea typeface="Bahnschrift"/>
                <a:cs typeface="Bahnschrift"/>
              </a:defRPr>
            </a:pPr>
            <a:r>
              <a:rPr sz="1350" b="0">
                <a:solidFill>
                  <a:srgbClr val="A4AFAC"/>
                </a:solidFill>
                <a:latin typeface="Bahnschrift"/>
                <a:ea typeface="Bahnschrift"/>
                <a:cs typeface="Bahnschrift"/>
              </a:rPr>
              <a:t>01 / 06</a:t>
            </a:r>
          </a:p>
        </p:txBody>
      </p:sp>
    </p:spTree>
    <p:extLst>
      <p:ext uri="{BB962C8B-B14F-4D97-AF65-F5344CB8AC3E}">
        <p14:creationId xmlns:p14="http://schemas.microsoft.com/office/powerpoint/2010/main" val="1280299317"/>
      </p:ext>
    </p:extLst>
  </p:cSld>
</p:sld>
</file>

<file path=ppt/slides/slide2.xml><?xml version="1.0" encoding="utf-8"?>
<p:sld xmlns:p="http://schemas.openxmlformats.org/presentationml/2006/main">
  <p:cSld>
    <p:bg>
      <p:bgPr>
        <a:solidFill xmlns:a="http://schemas.openxmlformats.org/drawingml/2006/main">
          <a:srgbClr val="080D0F"/>
        </a:solidFill>
      </p:bgPr>
    </p:bg>
    <p:spTree>
      <p:nvGrpSpPr>
        <p:cNvPr id="1" name=""/>
        <p:cNvGrpSpPr/>
        <p:nvPr/>
      </p:nvGrpSpPr>
      <p:grpSpPr>
        <a:xfrm xmlns:a="http://schemas.openxmlformats.org/drawingml/2006/main"/>
      </p:grpSpPr>
      <p:sp>
        <p:nvSpPr>
          <p:cNvPr id="20" name="DESIGN GOAL">
            <a:extLst xmlns:a="http://schemas.openxmlformats.org/drawingml/2006/main">
              <a:ext uri="{FF2B5EF4-FFF2-40B4-BE49-F238E27FC236}">
                <a16:creationId xmlns:a16="http://schemas.microsoft.com/office/drawing/2014/main" id="{6AE8317A-D490-43B0-AEE7-E02896CBEB71}"/>
              </a:ext>
            </a:extLst>
          </p:cNvPr>
          <p:cNvSpPr>
            <a:spLocks xmlns:a="http://schemas.openxmlformats.org/drawingml/2006/main" noGrp="1"/>
          </p:cNvSpPr>
          <p:nvPr/>
        </p:nvSpPr>
        <p:spPr>
          <a:xfrm xmlns:a="http://schemas.openxmlformats.org/drawingml/2006/main">
            <a:off x="609600" y="4191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ECEEE9"/>
                </a:solidFill>
                <a:latin typeface="Bahnschrift"/>
                <a:ea typeface="Bahnschrift"/>
                <a:cs typeface="Bahnschrift"/>
              </a:defRPr>
            </a:defPPr>
            <a:lvl1pPr>
              <a:defRPr sz="3150" b="1">
                <a:solidFill>
                  <a:srgbClr val="ECEEE9"/>
                </a:solidFill>
                <a:latin typeface="Bahnschrift"/>
                <a:ea typeface="Bahnschrift"/>
                <a:cs typeface="Bahnschrift"/>
              </a:defRPr>
            </a:lvl1pPr>
            <a:lvl2pPr>
              <a:defRPr sz="3150" b="1">
                <a:solidFill>
                  <a:srgbClr val="ECEEE9"/>
                </a:solidFill>
                <a:latin typeface="Bahnschrift"/>
                <a:ea typeface="Bahnschrift"/>
                <a:cs typeface="Bahnschrift"/>
              </a:defRPr>
            </a:lvl2pPr>
            <a:lvl3pPr>
              <a:defRPr sz="3150" b="1">
                <a:solidFill>
                  <a:srgbClr val="ECEEE9"/>
                </a:solidFill>
                <a:latin typeface="Bahnschrift"/>
                <a:ea typeface="Bahnschrift"/>
                <a:cs typeface="Bahnschrift"/>
              </a:defRPr>
            </a:lvl3pPr>
            <a:lvl4pPr>
              <a:defRPr sz="3150" b="1">
                <a:solidFill>
                  <a:srgbClr val="ECEEE9"/>
                </a:solidFill>
                <a:latin typeface="Bahnschrift"/>
                <a:ea typeface="Bahnschrift"/>
                <a:cs typeface="Bahnschrift"/>
              </a:defRPr>
            </a:lvl4pPr>
            <a:lvl5pPr>
              <a:defRPr sz="3150" b="1">
                <a:solidFill>
                  <a:srgbClr val="ECEEE9"/>
                </a:solidFill>
                <a:latin typeface="Bahnschrift"/>
                <a:ea typeface="Bahnschrift"/>
                <a:cs typeface="Bahnschrift"/>
              </a:defRPr>
            </a:lvl5pPr>
            <a:lvl6pPr>
              <a:defRPr sz="3150" b="1">
                <a:solidFill>
                  <a:srgbClr val="ECEEE9"/>
                </a:solidFill>
                <a:latin typeface="Bahnschrift"/>
                <a:ea typeface="Bahnschrift"/>
                <a:cs typeface="Bahnschrift"/>
              </a:defRPr>
            </a:lvl6pPr>
            <a:lvl7pPr>
              <a:defRPr sz="3150" b="1">
                <a:solidFill>
                  <a:srgbClr val="ECEEE9"/>
                </a:solidFill>
                <a:latin typeface="Bahnschrift"/>
                <a:ea typeface="Bahnschrift"/>
                <a:cs typeface="Bahnschrift"/>
              </a:defRPr>
            </a:lvl7pPr>
            <a:lvl8pPr>
              <a:defRPr sz="3150" b="1">
                <a:solidFill>
                  <a:srgbClr val="ECEEE9"/>
                </a:solidFill>
                <a:latin typeface="Bahnschrift"/>
                <a:ea typeface="Bahnschrift"/>
                <a:cs typeface="Bahnschrift"/>
              </a:defRPr>
            </a:lvl8pPr>
            <a:lvl9pPr>
              <a:defRPr sz="3150" b="1">
                <a:solidFill>
                  <a:srgbClr val="ECEEE9"/>
                </a:solidFill>
                <a:latin typeface="Bahnschrift"/>
                <a:ea typeface="Bahnschrift"/>
                <a:cs typeface="Bahnschrift"/>
              </a:defRPr>
            </a:lvl9pPr>
          </a:lstStyle>
          <a:p xmlns:a="http://schemas.openxmlformats.org/drawingml/2006/main">
            <a:pPr>
              <a:defRPr sz="3150" b="1">
                <a:solidFill>
                  <a:srgbClr val="ECEEE9"/>
                </a:solidFill>
                <a:latin typeface="Bahnschrift"/>
                <a:ea typeface="Bahnschrift"/>
                <a:cs typeface="Bahnschrift"/>
              </a:defRPr>
            </a:pPr>
            <a:r>
              <a:rPr sz="3150" b="1">
                <a:solidFill>
                  <a:srgbClr val="ECEEE9"/>
                </a:solidFill>
                <a:latin typeface="Bahnschrift"/>
                <a:ea typeface="Bahnschrift"/>
                <a:cs typeface="Bahnschrift"/>
              </a:rPr>
              <a:t>DESIGN GOAL</a:t>
            </a:r>
          </a:p>
        </p:txBody>
      </p:sp>
      <p:sp>
        <p:nvSpPr>
          <p:cNvPr id="2" name="封闭空间中的信息取舍">
            <a:extLst xmlns:a="http://schemas.openxmlformats.org/drawingml/2006/main">
              <a:ext uri="{FF2B5EF4-FFF2-40B4-BE49-F238E27FC236}">
                <a16:creationId xmlns:a16="http://schemas.microsoft.com/office/drawing/2014/main" id="{C77062D6-6BB8-448F-9781-D2446D42E698}"/>
              </a:ext>
            </a:extLst>
          </p:cNvPr>
          <p:cNvSpPr>
            <a:spLocks xmlns:a="http://schemas.openxmlformats.org/drawingml/2006/main" noGrp="1"/>
          </p:cNvSpPr>
          <p:nvPr/>
        </p:nvSpPr>
        <p:spPr>
          <a:xfrm xmlns:a="http://schemas.openxmlformats.org/drawingml/2006/main">
            <a:off x="609600" y="1019175"/>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C5B5"/>
                </a:solidFill>
                <a:latin typeface="Microsoft YaHei"/>
                <a:ea typeface="Microsoft YaHei"/>
                <a:cs typeface="Microsoft YaHei"/>
              </a:defRPr>
            </a:defPPr>
            <a:lvl1pPr>
              <a:defRPr sz="2400" b="1">
                <a:solidFill>
                  <a:srgbClr val="83C5B5"/>
                </a:solidFill>
                <a:latin typeface="Microsoft YaHei"/>
                <a:ea typeface="Microsoft YaHei"/>
                <a:cs typeface="Microsoft YaHei"/>
              </a:defRPr>
            </a:lvl1pPr>
            <a:lvl2pPr>
              <a:defRPr sz="2400" b="1">
                <a:solidFill>
                  <a:srgbClr val="83C5B5"/>
                </a:solidFill>
                <a:latin typeface="Microsoft YaHei"/>
                <a:ea typeface="Microsoft YaHei"/>
                <a:cs typeface="Microsoft YaHei"/>
              </a:defRPr>
            </a:lvl2pPr>
            <a:lvl3pPr>
              <a:defRPr sz="2400" b="1">
                <a:solidFill>
                  <a:srgbClr val="83C5B5"/>
                </a:solidFill>
                <a:latin typeface="Microsoft YaHei"/>
                <a:ea typeface="Microsoft YaHei"/>
                <a:cs typeface="Microsoft YaHei"/>
              </a:defRPr>
            </a:lvl3pPr>
            <a:lvl4pPr>
              <a:defRPr sz="2400" b="1">
                <a:solidFill>
                  <a:srgbClr val="83C5B5"/>
                </a:solidFill>
                <a:latin typeface="Microsoft YaHei"/>
                <a:ea typeface="Microsoft YaHei"/>
                <a:cs typeface="Microsoft YaHei"/>
              </a:defRPr>
            </a:lvl4pPr>
            <a:lvl5pPr>
              <a:defRPr sz="2400" b="1">
                <a:solidFill>
                  <a:srgbClr val="83C5B5"/>
                </a:solidFill>
                <a:latin typeface="Microsoft YaHei"/>
                <a:ea typeface="Microsoft YaHei"/>
                <a:cs typeface="Microsoft YaHei"/>
              </a:defRPr>
            </a:lvl5pPr>
            <a:lvl6pPr>
              <a:defRPr sz="2400" b="1">
                <a:solidFill>
                  <a:srgbClr val="83C5B5"/>
                </a:solidFill>
                <a:latin typeface="Microsoft YaHei"/>
                <a:ea typeface="Microsoft YaHei"/>
                <a:cs typeface="Microsoft YaHei"/>
              </a:defRPr>
            </a:lvl6pPr>
            <a:lvl7pPr>
              <a:defRPr sz="2400" b="1">
                <a:solidFill>
                  <a:srgbClr val="83C5B5"/>
                </a:solidFill>
                <a:latin typeface="Microsoft YaHei"/>
                <a:ea typeface="Microsoft YaHei"/>
                <a:cs typeface="Microsoft YaHei"/>
              </a:defRPr>
            </a:lvl7pPr>
            <a:lvl8pPr>
              <a:defRPr sz="2400" b="1">
                <a:solidFill>
                  <a:srgbClr val="83C5B5"/>
                </a:solidFill>
                <a:latin typeface="Microsoft YaHei"/>
                <a:ea typeface="Microsoft YaHei"/>
                <a:cs typeface="Microsoft YaHei"/>
              </a:defRPr>
            </a:lvl8pPr>
            <a:lvl9pPr>
              <a:defRPr sz="2400" b="1">
                <a:solidFill>
                  <a:srgbClr val="83C5B5"/>
                </a:solidFill>
                <a:latin typeface="Microsoft YaHei"/>
                <a:ea typeface="Microsoft YaHei"/>
                <a:cs typeface="Microsoft YaHei"/>
              </a:defRPr>
            </a:lvl9pPr>
          </a:lstStyle>
          <a:p xmlns:a="http://schemas.openxmlformats.org/drawingml/2006/main">
            <a:pPr>
              <a:defRPr sz="2400" b="1">
                <a:solidFill>
                  <a:srgbClr val="83C5B5"/>
                </a:solidFill>
                <a:latin typeface="Microsoft YaHei"/>
                <a:ea typeface="Microsoft YaHei"/>
                <a:cs typeface="Microsoft YaHei"/>
              </a:defRPr>
            </a:pPr>
            <a:r>
              <a:rPr sz="2400" b="1">
                <a:solidFill>
                  <a:srgbClr val="83C5B5"/>
                </a:solidFill>
                <a:latin typeface="Microsoft YaHei"/>
                <a:ea typeface="Microsoft YaHei"/>
                <a:cs typeface="Microsoft YaHei"/>
              </a:rPr>
              <a:t>封闭空间中的信息取舍</a:t>
            </a:r>
          </a:p>
        </p:txBody>
      </p:sp>
      <p:sp>
        <p:nvSpPr>
          <p:cNvPr id="3" name="">
            <a:extLst xmlns:a="http://schemas.openxmlformats.org/drawingml/2006/main">
              <a:ext uri="{FF2B5EF4-FFF2-40B4-BE49-F238E27FC236}">
                <a16:creationId xmlns:a16="http://schemas.microsoft.com/office/drawing/2014/main" id="{E0E54EE7-7EC0-4E62-B12E-F1C483C014E5}"/>
              </a:ext>
            </a:extLst>
          </p:cNvPr>
          <p:cNvSpPr>
            <a:spLocks xmlns:a="http://schemas.openxmlformats.org/drawingml/2006/main" noGrp="1"/>
          </p:cNvSpPr>
          <p:nvPr/>
        </p:nvSpPr>
        <p:spPr>
          <a:xfrm xmlns:a="http://schemas.openxmlformats.org/drawingml/2006/main">
            <a:off x="609600" y="1543050"/>
            <a:ext cx="14020800" cy="19050"/>
          </a:xfrm>
          <a:prstGeom xmlns:a="http://schemas.openxmlformats.org/drawingml/2006/main" prst="rect">
            <a:avLst/>
          </a:prstGeom>
          <a:solidFill xmlns:a="http://schemas.openxmlformats.org/drawingml/2006/main">
            <a:srgbClr val="A9433B"/>
          </a:solidFill>
          <a:ln xmlns:a="http://schemas.openxmlformats.org/drawingml/2006/main" w="0">
            <a:noFill/>
          </a:ln>
        </p:spPr>
      </p:sp>
      <p:sp>
        <p:nvSpPr>
          <p:cNvPr id="4" name="BURIED ECHOES   /   JUNYU JIN">
            <a:extLst xmlns:a="http://schemas.openxmlformats.org/drawingml/2006/main">
              <a:ext uri="{FF2B5EF4-FFF2-40B4-BE49-F238E27FC236}">
                <a16:creationId xmlns:a16="http://schemas.microsoft.com/office/drawing/2014/main" id="{E35A0C43-1D68-4664-A93C-43A3C156406B}"/>
              </a:ext>
            </a:extLst>
          </p:cNvPr>
          <p:cNvSpPr>
            <a:spLocks xmlns:a="http://schemas.openxmlformats.org/drawingml/2006/main" noGrp="1"/>
          </p:cNvSpPr>
          <p:nvPr/>
        </p:nvSpPr>
        <p:spPr>
          <a:xfrm xmlns:a="http://schemas.openxmlformats.org/drawingml/2006/main">
            <a:off x="609600" y="82200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4AFAC"/>
                </a:solidFill>
                <a:latin typeface="Bahnschrift"/>
                <a:ea typeface="Bahnschrift"/>
                <a:cs typeface="Bahnschrift"/>
              </a:defRPr>
            </a:defPPr>
            <a:lvl1pPr>
              <a:defRPr sz="1125" b="0">
                <a:solidFill>
                  <a:srgbClr val="A4AFAC"/>
                </a:solidFill>
                <a:latin typeface="Bahnschrift"/>
                <a:ea typeface="Bahnschrift"/>
                <a:cs typeface="Bahnschrift"/>
              </a:defRPr>
            </a:lvl1pPr>
            <a:lvl2pPr>
              <a:defRPr sz="1125" b="0">
                <a:solidFill>
                  <a:srgbClr val="A4AFAC"/>
                </a:solidFill>
                <a:latin typeface="Bahnschrift"/>
                <a:ea typeface="Bahnschrift"/>
                <a:cs typeface="Bahnschrift"/>
              </a:defRPr>
            </a:lvl2pPr>
            <a:lvl3pPr>
              <a:defRPr sz="1125" b="0">
                <a:solidFill>
                  <a:srgbClr val="A4AFAC"/>
                </a:solidFill>
                <a:latin typeface="Bahnschrift"/>
                <a:ea typeface="Bahnschrift"/>
                <a:cs typeface="Bahnschrift"/>
              </a:defRPr>
            </a:lvl3pPr>
            <a:lvl4pPr>
              <a:defRPr sz="1125" b="0">
                <a:solidFill>
                  <a:srgbClr val="A4AFAC"/>
                </a:solidFill>
                <a:latin typeface="Bahnschrift"/>
                <a:ea typeface="Bahnschrift"/>
                <a:cs typeface="Bahnschrift"/>
              </a:defRPr>
            </a:lvl4pPr>
            <a:lvl5pPr>
              <a:defRPr sz="1125" b="0">
                <a:solidFill>
                  <a:srgbClr val="A4AFAC"/>
                </a:solidFill>
                <a:latin typeface="Bahnschrift"/>
                <a:ea typeface="Bahnschrift"/>
                <a:cs typeface="Bahnschrift"/>
              </a:defRPr>
            </a:lvl5pPr>
            <a:lvl6pPr>
              <a:defRPr sz="1125" b="0">
                <a:solidFill>
                  <a:srgbClr val="A4AFAC"/>
                </a:solidFill>
                <a:latin typeface="Bahnschrift"/>
                <a:ea typeface="Bahnschrift"/>
                <a:cs typeface="Bahnschrift"/>
              </a:defRPr>
            </a:lvl6pPr>
            <a:lvl7pPr>
              <a:defRPr sz="1125" b="0">
                <a:solidFill>
                  <a:srgbClr val="A4AFAC"/>
                </a:solidFill>
                <a:latin typeface="Bahnschrift"/>
                <a:ea typeface="Bahnschrift"/>
                <a:cs typeface="Bahnschrift"/>
              </a:defRPr>
            </a:lvl7pPr>
            <a:lvl8pPr>
              <a:defRPr sz="1125" b="0">
                <a:solidFill>
                  <a:srgbClr val="A4AFAC"/>
                </a:solidFill>
                <a:latin typeface="Bahnschrift"/>
                <a:ea typeface="Bahnschrift"/>
                <a:cs typeface="Bahnschrift"/>
              </a:defRPr>
            </a:lvl8pPr>
            <a:lvl9pPr>
              <a:defRPr sz="1125" b="0">
                <a:solidFill>
                  <a:srgbClr val="A4AFAC"/>
                </a:solidFill>
                <a:latin typeface="Bahnschrift"/>
                <a:ea typeface="Bahnschrift"/>
                <a:cs typeface="Bahnschrift"/>
              </a:defRPr>
            </a:lvl9pPr>
          </a:lstStyle>
          <a:p xmlns:a="http://schemas.openxmlformats.org/drawingml/2006/main">
            <a:pPr>
              <a:defRPr sz="1125" b="0">
                <a:solidFill>
                  <a:srgbClr val="A4AFAC"/>
                </a:solidFill>
                <a:latin typeface="Bahnschrift"/>
                <a:ea typeface="Bahnschrift"/>
                <a:cs typeface="Bahnschrift"/>
              </a:defRPr>
            </a:pPr>
            <a:r>
              <a:rPr sz="1125" b="0">
                <a:solidFill>
                  <a:srgbClr val="A4AFAC"/>
                </a:solidFill>
                <a:latin typeface="Bahnschrift"/>
                <a:ea typeface="Bahnschrift"/>
                <a:cs typeface="Bahnschrift"/>
              </a:rPr>
              <a:t>BURIED ECHOES   /   JUNYU JIN</a:t>
            </a:r>
          </a:p>
        </p:txBody>
      </p:sp>
      <p:sp>
        <p:nvSpPr>
          <p:cNvPr id="5" name="02 / 06">
            <a:extLst xmlns:a="http://schemas.openxmlformats.org/drawingml/2006/main">
              <a:ext uri="{FF2B5EF4-FFF2-40B4-BE49-F238E27FC236}">
                <a16:creationId xmlns:a16="http://schemas.microsoft.com/office/drawing/2014/main" id="{DB350BF4-D305-4558-A33D-03B0BA71B696}"/>
              </a:ext>
            </a:extLst>
          </p:cNvPr>
          <p:cNvSpPr>
            <a:spLocks xmlns:a="http://schemas.openxmlformats.org/drawingml/2006/main" noGrp="1"/>
          </p:cNvSpPr>
          <p:nvPr/>
        </p:nvSpPr>
        <p:spPr>
          <a:xfrm xmlns:a="http://schemas.openxmlformats.org/drawingml/2006/main">
            <a:off x="13639800" y="819150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A4AFAC"/>
                </a:solidFill>
                <a:latin typeface="Bahnschrift"/>
                <a:ea typeface="Bahnschrift"/>
                <a:cs typeface="Bahnschrift"/>
              </a:defRPr>
            </a:defPPr>
            <a:lvl1pPr>
              <a:defRPr sz="1425" b="0">
                <a:solidFill>
                  <a:srgbClr val="A4AFAC"/>
                </a:solidFill>
                <a:latin typeface="Bahnschrift"/>
                <a:ea typeface="Bahnschrift"/>
                <a:cs typeface="Bahnschrift"/>
              </a:defRPr>
            </a:lvl1pPr>
            <a:lvl2pPr>
              <a:defRPr sz="1425" b="0">
                <a:solidFill>
                  <a:srgbClr val="A4AFAC"/>
                </a:solidFill>
                <a:latin typeface="Bahnschrift"/>
                <a:ea typeface="Bahnschrift"/>
                <a:cs typeface="Bahnschrift"/>
              </a:defRPr>
            </a:lvl2pPr>
            <a:lvl3pPr>
              <a:defRPr sz="1425" b="0">
                <a:solidFill>
                  <a:srgbClr val="A4AFAC"/>
                </a:solidFill>
                <a:latin typeface="Bahnschrift"/>
                <a:ea typeface="Bahnschrift"/>
                <a:cs typeface="Bahnschrift"/>
              </a:defRPr>
            </a:lvl3pPr>
            <a:lvl4pPr>
              <a:defRPr sz="1425" b="0">
                <a:solidFill>
                  <a:srgbClr val="A4AFAC"/>
                </a:solidFill>
                <a:latin typeface="Bahnschrift"/>
                <a:ea typeface="Bahnschrift"/>
                <a:cs typeface="Bahnschrift"/>
              </a:defRPr>
            </a:lvl4pPr>
            <a:lvl5pPr>
              <a:defRPr sz="1425" b="0">
                <a:solidFill>
                  <a:srgbClr val="A4AFAC"/>
                </a:solidFill>
                <a:latin typeface="Bahnschrift"/>
                <a:ea typeface="Bahnschrift"/>
                <a:cs typeface="Bahnschrift"/>
              </a:defRPr>
            </a:lvl5pPr>
            <a:lvl6pPr>
              <a:defRPr sz="1425" b="0">
                <a:solidFill>
                  <a:srgbClr val="A4AFAC"/>
                </a:solidFill>
                <a:latin typeface="Bahnschrift"/>
                <a:ea typeface="Bahnschrift"/>
                <a:cs typeface="Bahnschrift"/>
              </a:defRPr>
            </a:lvl6pPr>
            <a:lvl7pPr>
              <a:defRPr sz="1425" b="0">
                <a:solidFill>
                  <a:srgbClr val="A4AFAC"/>
                </a:solidFill>
                <a:latin typeface="Bahnschrift"/>
                <a:ea typeface="Bahnschrift"/>
                <a:cs typeface="Bahnschrift"/>
              </a:defRPr>
            </a:lvl7pPr>
            <a:lvl8pPr>
              <a:defRPr sz="1425" b="0">
                <a:solidFill>
                  <a:srgbClr val="A4AFAC"/>
                </a:solidFill>
                <a:latin typeface="Bahnschrift"/>
                <a:ea typeface="Bahnschrift"/>
                <a:cs typeface="Bahnschrift"/>
              </a:defRPr>
            </a:lvl8pPr>
            <a:lvl9pPr>
              <a:defRPr sz="1425" b="0">
                <a:solidFill>
                  <a:srgbClr val="A4AFAC"/>
                </a:solidFill>
                <a:latin typeface="Bahnschrift"/>
                <a:ea typeface="Bahnschrift"/>
                <a:cs typeface="Bahnschrift"/>
              </a:defRPr>
            </a:lvl9pPr>
          </a:lstStyle>
          <a:p xmlns:a="http://schemas.openxmlformats.org/drawingml/2006/main">
            <a:pPr>
              <a:defRPr sz="1425" b="0">
                <a:solidFill>
                  <a:srgbClr val="A4AFAC"/>
                </a:solidFill>
                <a:latin typeface="Bahnschrift"/>
                <a:ea typeface="Bahnschrift"/>
                <a:cs typeface="Bahnschrift"/>
              </a:defRPr>
            </a:pPr>
            <a:r>
              <a:rPr sz="1425" b="0">
                <a:solidFill>
                  <a:srgbClr val="A4AFAC"/>
                </a:solidFill>
                <a:latin typeface="Bahnschrift"/>
                <a:ea typeface="Bahnschrift"/>
                <a:cs typeface="Bahnschrift"/>
              </a:rPr>
              <a:t>02 / 06</a:t>
            </a:r>
          </a:p>
        </p:txBody>
      </p:sp>
      <p:pic>
        <p:nvPicPr>
          <p:cNvPr id="6" name="">
            <a:extLst xmlns:a="http://schemas.openxmlformats.org/drawingml/2006/main">
              <a:ext uri="{FF2B5EF4-FFF2-40B4-BE49-F238E27FC236}">
                <a16:creationId xmlns:a16="http://schemas.microsoft.com/office/drawing/2014/main" id="{72C639A9-DF36-421B-9CC1-AC51019360F6}"/>
              </a:ext>
            </a:extLst>
          </p:cNvPr>
          <p:cNvPicPr>
            <a:picLocks xmlns:a="http://schemas.openxmlformats.org/drawingml/2006/main" noChangeAspect="1"/>
          </p:cNvPicPr>
          <p:nvPr/>
        </p:nvPicPr>
        <p:blipFill>
          <a:blip xmlns:r="http://schemas.openxmlformats.org/officeDocument/2006/relationships" xmlns:a="http://schemas.openxmlformats.org/drawingml/2006/main" r:embed="Rac8799ca0a194db2"/>
          <a:srcRect xmlns:a="http://schemas.openxmlformats.org/drawingml/2006/main" l="0" t="11017" r="0" b="11017"/>
          <a:stretch xmlns:a="http://schemas.openxmlformats.org/drawingml/2006/main">
            <a:fillRect l="0" t="0" r="0" b="0"/>
          </a:stretch>
        </p:blipFill>
        <p:spPr>
          <a:xfrm xmlns:a="http://schemas.openxmlformats.org/drawingml/2006/main">
            <a:off x="609600" y="1809750"/>
            <a:ext cx="8991600" cy="4381500"/>
          </a:xfrm>
          <a:prstGeom xmlns:a="http://schemas.openxmlformats.org/drawingml/2006/main" prst="rect">
            <a:avLst/>
          </a:prstGeom>
        </p:spPr>
      </p:pic>
      <p:sp>
        <p:nvSpPr>
          <p:cNvPr id="7" name="主厅实景：低矮顶面与局部照明压缩视野">
            <a:extLst xmlns:a="http://schemas.openxmlformats.org/drawingml/2006/main">
              <a:ext uri="{FF2B5EF4-FFF2-40B4-BE49-F238E27FC236}">
                <a16:creationId xmlns:a16="http://schemas.microsoft.com/office/drawing/2014/main" id="{3A627640-FBB5-400F-83EA-2A0A677F7AA0}"/>
              </a:ext>
            </a:extLst>
          </p:cNvPr>
          <p:cNvSpPr>
            <a:spLocks xmlns:a="http://schemas.openxmlformats.org/drawingml/2006/main" noGrp="1"/>
          </p:cNvSpPr>
          <p:nvPr/>
        </p:nvSpPr>
        <p:spPr>
          <a:xfrm xmlns:a="http://schemas.openxmlformats.org/drawingml/2006/main">
            <a:off x="609600" y="6324600"/>
            <a:ext cx="8991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4AFAC"/>
                </a:solidFill>
                <a:latin typeface="Microsoft YaHei"/>
                <a:ea typeface="Microsoft YaHei"/>
                <a:cs typeface="Microsoft YaHei"/>
              </a:defRPr>
            </a:defPPr>
            <a:lvl1pPr>
              <a:defRPr sz="1575" b="0">
                <a:solidFill>
                  <a:srgbClr val="A4AFAC"/>
                </a:solidFill>
                <a:latin typeface="Microsoft YaHei"/>
                <a:ea typeface="Microsoft YaHei"/>
                <a:cs typeface="Microsoft YaHei"/>
              </a:defRPr>
            </a:lvl1pPr>
            <a:lvl2pPr>
              <a:defRPr sz="1575" b="0">
                <a:solidFill>
                  <a:srgbClr val="A4AFAC"/>
                </a:solidFill>
                <a:latin typeface="Microsoft YaHei"/>
                <a:ea typeface="Microsoft YaHei"/>
                <a:cs typeface="Microsoft YaHei"/>
              </a:defRPr>
            </a:lvl2pPr>
            <a:lvl3pPr>
              <a:defRPr sz="1575" b="0">
                <a:solidFill>
                  <a:srgbClr val="A4AFAC"/>
                </a:solidFill>
                <a:latin typeface="Microsoft YaHei"/>
                <a:ea typeface="Microsoft YaHei"/>
                <a:cs typeface="Microsoft YaHei"/>
              </a:defRPr>
            </a:lvl3pPr>
            <a:lvl4pPr>
              <a:defRPr sz="1575" b="0">
                <a:solidFill>
                  <a:srgbClr val="A4AFAC"/>
                </a:solidFill>
                <a:latin typeface="Microsoft YaHei"/>
                <a:ea typeface="Microsoft YaHei"/>
                <a:cs typeface="Microsoft YaHei"/>
              </a:defRPr>
            </a:lvl4pPr>
            <a:lvl5pPr>
              <a:defRPr sz="1575" b="0">
                <a:solidFill>
                  <a:srgbClr val="A4AFAC"/>
                </a:solidFill>
                <a:latin typeface="Microsoft YaHei"/>
                <a:ea typeface="Microsoft YaHei"/>
                <a:cs typeface="Microsoft YaHei"/>
              </a:defRPr>
            </a:lvl5pPr>
            <a:lvl6pPr>
              <a:defRPr sz="1575" b="0">
                <a:solidFill>
                  <a:srgbClr val="A4AFAC"/>
                </a:solidFill>
                <a:latin typeface="Microsoft YaHei"/>
                <a:ea typeface="Microsoft YaHei"/>
                <a:cs typeface="Microsoft YaHei"/>
              </a:defRPr>
            </a:lvl6pPr>
            <a:lvl7pPr>
              <a:defRPr sz="1575" b="0">
                <a:solidFill>
                  <a:srgbClr val="A4AFAC"/>
                </a:solidFill>
                <a:latin typeface="Microsoft YaHei"/>
                <a:ea typeface="Microsoft YaHei"/>
                <a:cs typeface="Microsoft YaHei"/>
              </a:defRPr>
            </a:lvl7pPr>
            <a:lvl8pPr>
              <a:defRPr sz="1575" b="0">
                <a:solidFill>
                  <a:srgbClr val="A4AFAC"/>
                </a:solidFill>
                <a:latin typeface="Microsoft YaHei"/>
                <a:ea typeface="Microsoft YaHei"/>
                <a:cs typeface="Microsoft YaHei"/>
              </a:defRPr>
            </a:lvl8pPr>
            <a:lvl9pPr>
              <a:defRPr sz="1575" b="0">
                <a:solidFill>
                  <a:srgbClr val="A4AFAC"/>
                </a:solidFill>
                <a:latin typeface="Microsoft YaHei"/>
                <a:ea typeface="Microsoft YaHei"/>
                <a:cs typeface="Microsoft YaHei"/>
              </a:defRPr>
            </a:lvl9pPr>
          </a:lstStyle>
          <a:p xmlns:a="http://schemas.openxmlformats.org/drawingml/2006/main">
            <a:pPr>
              <a:defRPr sz="1575" b="0">
                <a:solidFill>
                  <a:srgbClr val="A4AFAC"/>
                </a:solidFill>
                <a:latin typeface="Microsoft YaHei"/>
                <a:ea typeface="Microsoft YaHei"/>
                <a:cs typeface="Microsoft YaHei"/>
              </a:defRPr>
            </a:pPr>
            <a:r>
              <a:rPr sz="1575" b="0">
                <a:solidFill>
                  <a:srgbClr val="A4AFAC"/>
                </a:solidFill>
                <a:latin typeface="Microsoft YaHei"/>
                <a:ea typeface="Microsoft YaHei"/>
                <a:cs typeface="Microsoft YaHei"/>
              </a:rPr>
              <a:t>主厅实景：低矮顶面与局部照明压缩视野</a:t>
            </a:r>
          </a:p>
        </p:txBody>
      </p:sp>
      <p:pic>
        <p:nvPicPr>
          <p:cNvPr id="8" name="">
            <a:extLst xmlns:a="http://schemas.openxmlformats.org/drawingml/2006/main">
              <a:ext uri="{FF2B5EF4-FFF2-40B4-BE49-F238E27FC236}">
                <a16:creationId xmlns:a16="http://schemas.microsoft.com/office/drawing/2014/main" id="{E5BAC0D5-4138-41B9-BCC3-C3E62EE19AB3}"/>
              </a:ext>
            </a:extLst>
          </p:cNvPr>
          <p:cNvPicPr>
            <a:picLocks xmlns:a="http://schemas.openxmlformats.org/drawingml/2006/main" noChangeAspect="1"/>
          </p:cNvPicPr>
          <p:nvPr/>
        </p:nvPicPr>
        <p:blipFill>
          <a:blip xmlns:r="http://schemas.openxmlformats.org/officeDocument/2006/relationships" xmlns:a="http://schemas.openxmlformats.org/drawingml/2006/main" r:embed="R47406268c9d947da"/>
          <a:srcRect xmlns:a="http://schemas.openxmlformats.org/drawingml/2006/main" l="0" t="21152" r="0" b="21152"/>
          <a:stretch xmlns:a="http://schemas.openxmlformats.org/drawingml/2006/main">
            <a:fillRect l="0" t="0" r="0" b="0"/>
          </a:stretch>
        </p:blipFill>
        <p:spPr>
          <a:xfrm xmlns:a="http://schemas.openxmlformats.org/drawingml/2006/main">
            <a:off x="609600" y="6877050"/>
            <a:ext cx="3143250" cy="1133475"/>
          </a:xfrm>
          <a:prstGeom xmlns:a="http://schemas.openxmlformats.org/drawingml/2006/main" prst="rect">
            <a:avLst/>
          </a:prstGeom>
        </p:spPr>
      </p:pic>
      <p:sp>
        <p:nvSpPr>
          <p:cNvPr id="9" name="空间节奏">
            <a:extLst xmlns:a="http://schemas.openxmlformats.org/drawingml/2006/main">
              <a:ext uri="{FF2B5EF4-FFF2-40B4-BE49-F238E27FC236}">
                <a16:creationId xmlns:a16="http://schemas.microsoft.com/office/drawing/2014/main" id="{39BAEFA2-AD47-4EFF-8721-21FFD002EEF9}"/>
              </a:ext>
            </a:extLst>
          </p:cNvPr>
          <p:cNvSpPr>
            <a:spLocks xmlns:a="http://schemas.openxmlformats.org/drawingml/2006/main" noGrp="1"/>
          </p:cNvSpPr>
          <p:nvPr/>
        </p:nvSpPr>
        <p:spPr>
          <a:xfrm xmlns:a="http://schemas.openxmlformats.org/drawingml/2006/main">
            <a:off x="4038600" y="68770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83C5B5"/>
                </a:solidFill>
                <a:latin typeface="Microsoft YaHei"/>
                <a:ea typeface="Microsoft YaHei"/>
                <a:cs typeface="Microsoft YaHei"/>
              </a:defRPr>
            </a:defPPr>
            <a:lvl1pPr>
              <a:defRPr sz="2100" b="1">
                <a:solidFill>
                  <a:srgbClr val="83C5B5"/>
                </a:solidFill>
                <a:latin typeface="Microsoft YaHei"/>
                <a:ea typeface="Microsoft YaHei"/>
                <a:cs typeface="Microsoft YaHei"/>
              </a:defRPr>
            </a:lvl1pPr>
            <a:lvl2pPr>
              <a:defRPr sz="2100" b="1">
                <a:solidFill>
                  <a:srgbClr val="83C5B5"/>
                </a:solidFill>
                <a:latin typeface="Microsoft YaHei"/>
                <a:ea typeface="Microsoft YaHei"/>
                <a:cs typeface="Microsoft YaHei"/>
              </a:defRPr>
            </a:lvl2pPr>
            <a:lvl3pPr>
              <a:defRPr sz="2100" b="1">
                <a:solidFill>
                  <a:srgbClr val="83C5B5"/>
                </a:solidFill>
                <a:latin typeface="Microsoft YaHei"/>
                <a:ea typeface="Microsoft YaHei"/>
                <a:cs typeface="Microsoft YaHei"/>
              </a:defRPr>
            </a:lvl3pPr>
            <a:lvl4pPr>
              <a:defRPr sz="2100" b="1">
                <a:solidFill>
                  <a:srgbClr val="83C5B5"/>
                </a:solidFill>
                <a:latin typeface="Microsoft YaHei"/>
                <a:ea typeface="Microsoft YaHei"/>
                <a:cs typeface="Microsoft YaHei"/>
              </a:defRPr>
            </a:lvl4pPr>
            <a:lvl5pPr>
              <a:defRPr sz="2100" b="1">
                <a:solidFill>
                  <a:srgbClr val="83C5B5"/>
                </a:solidFill>
                <a:latin typeface="Microsoft YaHei"/>
                <a:ea typeface="Microsoft YaHei"/>
                <a:cs typeface="Microsoft YaHei"/>
              </a:defRPr>
            </a:lvl5pPr>
            <a:lvl6pPr>
              <a:defRPr sz="2100" b="1">
                <a:solidFill>
                  <a:srgbClr val="83C5B5"/>
                </a:solidFill>
                <a:latin typeface="Microsoft YaHei"/>
                <a:ea typeface="Microsoft YaHei"/>
                <a:cs typeface="Microsoft YaHei"/>
              </a:defRPr>
            </a:lvl6pPr>
            <a:lvl7pPr>
              <a:defRPr sz="2100" b="1">
                <a:solidFill>
                  <a:srgbClr val="83C5B5"/>
                </a:solidFill>
                <a:latin typeface="Microsoft YaHei"/>
                <a:ea typeface="Microsoft YaHei"/>
                <a:cs typeface="Microsoft YaHei"/>
              </a:defRPr>
            </a:lvl7pPr>
            <a:lvl8pPr>
              <a:defRPr sz="2100" b="1">
                <a:solidFill>
                  <a:srgbClr val="83C5B5"/>
                </a:solidFill>
                <a:latin typeface="Microsoft YaHei"/>
                <a:ea typeface="Microsoft YaHei"/>
                <a:cs typeface="Microsoft YaHei"/>
              </a:defRPr>
            </a:lvl8pPr>
            <a:lvl9pPr>
              <a:defRPr sz="2100" b="1">
                <a:solidFill>
                  <a:srgbClr val="83C5B5"/>
                </a:solidFill>
                <a:latin typeface="Microsoft YaHei"/>
                <a:ea typeface="Microsoft YaHei"/>
                <a:cs typeface="Microsoft YaHei"/>
              </a:defRPr>
            </a:lvl9pPr>
          </a:lstStyle>
          <a:p xmlns:a="http://schemas.openxmlformats.org/drawingml/2006/main">
            <a:pPr>
              <a:defRPr sz="2100" b="1">
                <a:solidFill>
                  <a:srgbClr val="83C5B5"/>
                </a:solidFill>
                <a:latin typeface="Microsoft YaHei"/>
                <a:ea typeface="Microsoft YaHei"/>
                <a:cs typeface="Microsoft YaHei"/>
              </a:defRPr>
            </a:pPr>
            <a:r>
              <a:rPr sz="2100" b="1">
                <a:solidFill>
                  <a:srgbClr val="83C5B5"/>
                </a:solidFill>
                <a:latin typeface="Microsoft YaHei"/>
                <a:ea typeface="Microsoft YaHei"/>
                <a:cs typeface="Microsoft YaHei"/>
              </a:rPr>
              <a:t>空间节奏</a:t>
            </a:r>
          </a:p>
        </p:txBody>
      </p:sp>
      <p:sp>
        <p:nvSpPr>
          <p:cNvPr id="10" name="开敞区域提供观察距离，廊道与门洞重新收紧视线。木支架与岩壁建">
            <a:extLst xmlns:a="http://schemas.openxmlformats.org/drawingml/2006/main">
              <a:ext uri="{FF2B5EF4-FFF2-40B4-BE49-F238E27FC236}">
                <a16:creationId xmlns:a16="http://schemas.microsoft.com/office/drawing/2014/main" id="{D9C8DBEC-6CDA-4250-B959-411235A426B9}"/>
              </a:ext>
            </a:extLst>
          </p:cNvPr>
          <p:cNvSpPr>
            <a:spLocks xmlns:a="http://schemas.openxmlformats.org/drawingml/2006/main" noGrp="1"/>
          </p:cNvSpPr>
          <p:nvPr/>
        </p:nvSpPr>
        <p:spPr>
          <a:xfrm xmlns:a="http://schemas.openxmlformats.org/drawingml/2006/main">
            <a:off x="4038600" y="73152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CEEE9"/>
                </a:solidFill>
                <a:latin typeface="Microsoft YaHei"/>
                <a:ea typeface="Microsoft YaHei"/>
                <a:cs typeface="Microsoft YaHei"/>
              </a:defRPr>
            </a:defPPr>
            <a:lvl1pPr>
              <a:defRPr sz="1725" b="0">
                <a:solidFill>
                  <a:srgbClr val="ECEEE9"/>
                </a:solidFill>
                <a:latin typeface="Microsoft YaHei"/>
                <a:ea typeface="Microsoft YaHei"/>
                <a:cs typeface="Microsoft YaHei"/>
              </a:defRPr>
            </a:lvl1pPr>
            <a:lvl2pPr>
              <a:defRPr sz="1725" b="0">
                <a:solidFill>
                  <a:srgbClr val="ECEEE9"/>
                </a:solidFill>
                <a:latin typeface="Microsoft YaHei"/>
                <a:ea typeface="Microsoft YaHei"/>
                <a:cs typeface="Microsoft YaHei"/>
              </a:defRPr>
            </a:lvl2pPr>
            <a:lvl3pPr>
              <a:defRPr sz="1725" b="0">
                <a:solidFill>
                  <a:srgbClr val="ECEEE9"/>
                </a:solidFill>
                <a:latin typeface="Microsoft YaHei"/>
                <a:ea typeface="Microsoft YaHei"/>
                <a:cs typeface="Microsoft YaHei"/>
              </a:defRPr>
            </a:lvl3pPr>
            <a:lvl4pPr>
              <a:defRPr sz="1725" b="0">
                <a:solidFill>
                  <a:srgbClr val="ECEEE9"/>
                </a:solidFill>
                <a:latin typeface="Microsoft YaHei"/>
                <a:ea typeface="Microsoft YaHei"/>
                <a:cs typeface="Microsoft YaHei"/>
              </a:defRPr>
            </a:lvl4pPr>
            <a:lvl5pPr>
              <a:defRPr sz="1725" b="0">
                <a:solidFill>
                  <a:srgbClr val="ECEEE9"/>
                </a:solidFill>
                <a:latin typeface="Microsoft YaHei"/>
                <a:ea typeface="Microsoft YaHei"/>
                <a:cs typeface="Microsoft YaHei"/>
              </a:defRPr>
            </a:lvl5pPr>
            <a:lvl6pPr>
              <a:defRPr sz="1725" b="0">
                <a:solidFill>
                  <a:srgbClr val="ECEEE9"/>
                </a:solidFill>
                <a:latin typeface="Microsoft YaHei"/>
                <a:ea typeface="Microsoft YaHei"/>
                <a:cs typeface="Microsoft YaHei"/>
              </a:defRPr>
            </a:lvl6pPr>
            <a:lvl7pPr>
              <a:defRPr sz="1725" b="0">
                <a:solidFill>
                  <a:srgbClr val="ECEEE9"/>
                </a:solidFill>
                <a:latin typeface="Microsoft YaHei"/>
                <a:ea typeface="Microsoft YaHei"/>
                <a:cs typeface="Microsoft YaHei"/>
              </a:defRPr>
            </a:lvl7pPr>
            <a:lvl8pPr>
              <a:defRPr sz="1725" b="0">
                <a:solidFill>
                  <a:srgbClr val="ECEEE9"/>
                </a:solidFill>
                <a:latin typeface="Microsoft YaHei"/>
                <a:ea typeface="Microsoft YaHei"/>
                <a:cs typeface="Microsoft YaHei"/>
              </a:defRPr>
            </a:lvl8pPr>
            <a:lvl9pPr>
              <a:defRPr sz="1725" b="0">
                <a:solidFill>
                  <a:srgbClr val="ECEEE9"/>
                </a:solidFill>
                <a:latin typeface="Microsoft YaHei"/>
                <a:ea typeface="Microsoft YaHei"/>
                <a:cs typeface="Microsoft YaHei"/>
              </a:defRPr>
            </a:lvl9pPr>
          </a:lstStyle>
          <a:p xmlns:a="http://schemas.openxmlformats.org/drawingml/2006/main">
            <a:pPr>
              <a:defRPr sz="1725" b="0">
                <a:solidFill>
                  <a:srgbClr val="ECEEE9"/>
                </a:solidFill>
                <a:latin typeface="Microsoft YaHei"/>
                <a:ea typeface="Microsoft YaHei"/>
                <a:cs typeface="Microsoft YaHei"/>
              </a:defRPr>
            </a:pPr>
            <a:r>
              <a:rPr sz="1725" b="0">
                <a:solidFill>
                  <a:srgbClr val="ECEEE9"/>
                </a:solidFill>
                <a:latin typeface="Microsoft YaHei"/>
                <a:ea typeface="Microsoft YaHei"/>
                <a:cs typeface="Microsoft YaHei"/>
              </a:rPr>
              <a:t>开敞区域提供观察距离，廊道与门洞重新收紧视线。木支架与岩壁建立可辨认的矿井结构。</a:t>
            </a:r>
          </a:p>
        </p:txBody>
      </p:sp>
      <p:sp>
        <p:nvSpPr>
          <p:cNvPr id="11" name="01  DESIGN INTENTION">
            <a:extLst xmlns:a="http://schemas.openxmlformats.org/drawingml/2006/main">
              <a:ext uri="{FF2B5EF4-FFF2-40B4-BE49-F238E27FC236}">
                <a16:creationId xmlns:a16="http://schemas.microsoft.com/office/drawing/2014/main" id="{D567F532-DE30-4306-AF47-7ABA3AB75323}"/>
              </a:ext>
            </a:extLst>
          </p:cNvPr>
          <p:cNvSpPr>
            <a:spLocks xmlns:a="http://schemas.openxmlformats.org/drawingml/2006/main" noGrp="1"/>
          </p:cNvSpPr>
          <p:nvPr/>
        </p:nvSpPr>
        <p:spPr>
          <a:xfrm xmlns:a="http://schemas.openxmlformats.org/drawingml/2006/main">
            <a:off x="10058400" y="1857375"/>
            <a:ext cx="457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01  DESIGN INTENTION</a:t>
            </a:r>
          </a:p>
        </p:txBody>
      </p:sp>
      <p:sp>
        <p:nvSpPr>
          <p:cNvPr id="12" name="让玩家先判断，再行动">
            <a:extLst xmlns:a="http://schemas.openxmlformats.org/drawingml/2006/main">
              <a:ext uri="{FF2B5EF4-FFF2-40B4-BE49-F238E27FC236}">
                <a16:creationId xmlns:a16="http://schemas.microsoft.com/office/drawing/2014/main" id="{29AF2E08-9C1F-4A7E-8387-C9EAC2BA847E}"/>
              </a:ext>
            </a:extLst>
          </p:cNvPr>
          <p:cNvSpPr>
            <a:spLocks xmlns:a="http://schemas.openxmlformats.org/drawingml/2006/main" noGrp="1"/>
          </p:cNvSpPr>
          <p:nvPr/>
        </p:nvSpPr>
        <p:spPr>
          <a:xfrm xmlns:a="http://schemas.openxmlformats.org/drawingml/2006/main">
            <a:off x="10058400" y="21812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让玩家先判断，再行动</a:t>
            </a:r>
          </a:p>
        </p:txBody>
      </p:sp>
      <p:sp>
        <p:nvSpPr>
          <p:cNvPr id="13" name="黑暗隐藏远处信息，灯具与结构轮廓保留近处参照。危险前的停顿成">
            <a:extLst xmlns:a="http://schemas.openxmlformats.org/drawingml/2006/main">
              <a:ext uri="{FF2B5EF4-FFF2-40B4-BE49-F238E27FC236}">
                <a16:creationId xmlns:a16="http://schemas.microsoft.com/office/drawing/2014/main" id="{4A8D4309-377E-491E-9E84-4068C6C8B537}"/>
              </a:ext>
            </a:extLst>
          </p:cNvPr>
          <p:cNvSpPr>
            <a:spLocks xmlns:a="http://schemas.openxmlformats.org/drawingml/2006/main" noGrp="1"/>
          </p:cNvSpPr>
          <p:nvPr/>
        </p:nvSpPr>
        <p:spPr>
          <a:xfrm xmlns:a="http://schemas.openxmlformats.org/drawingml/2006/main">
            <a:off x="10058400" y="26765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ECEEE9"/>
                </a:solidFill>
                <a:latin typeface="Microsoft YaHei"/>
                <a:ea typeface="Microsoft YaHei"/>
                <a:cs typeface="Microsoft YaHei"/>
              </a:defRPr>
            </a:defPPr>
            <a:lvl1pPr>
              <a:defRPr sz="1950" b="0">
                <a:solidFill>
                  <a:srgbClr val="ECEEE9"/>
                </a:solidFill>
                <a:latin typeface="Microsoft YaHei"/>
                <a:ea typeface="Microsoft YaHei"/>
                <a:cs typeface="Microsoft YaHei"/>
              </a:defRPr>
            </a:lvl1pPr>
            <a:lvl2pPr>
              <a:defRPr sz="1950" b="0">
                <a:solidFill>
                  <a:srgbClr val="ECEEE9"/>
                </a:solidFill>
                <a:latin typeface="Microsoft YaHei"/>
                <a:ea typeface="Microsoft YaHei"/>
                <a:cs typeface="Microsoft YaHei"/>
              </a:defRPr>
            </a:lvl2pPr>
            <a:lvl3pPr>
              <a:defRPr sz="1950" b="0">
                <a:solidFill>
                  <a:srgbClr val="ECEEE9"/>
                </a:solidFill>
                <a:latin typeface="Microsoft YaHei"/>
                <a:ea typeface="Microsoft YaHei"/>
                <a:cs typeface="Microsoft YaHei"/>
              </a:defRPr>
            </a:lvl3pPr>
            <a:lvl4pPr>
              <a:defRPr sz="1950" b="0">
                <a:solidFill>
                  <a:srgbClr val="ECEEE9"/>
                </a:solidFill>
                <a:latin typeface="Microsoft YaHei"/>
                <a:ea typeface="Microsoft YaHei"/>
                <a:cs typeface="Microsoft YaHei"/>
              </a:defRPr>
            </a:lvl4pPr>
            <a:lvl5pPr>
              <a:defRPr sz="1950" b="0">
                <a:solidFill>
                  <a:srgbClr val="ECEEE9"/>
                </a:solidFill>
                <a:latin typeface="Microsoft YaHei"/>
                <a:ea typeface="Microsoft YaHei"/>
                <a:cs typeface="Microsoft YaHei"/>
              </a:defRPr>
            </a:lvl5pPr>
            <a:lvl6pPr>
              <a:defRPr sz="1950" b="0">
                <a:solidFill>
                  <a:srgbClr val="ECEEE9"/>
                </a:solidFill>
                <a:latin typeface="Microsoft YaHei"/>
                <a:ea typeface="Microsoft YaHei"/>
                <a:cs typeface="Microsoft YaHei"/>
              </a:defRPr>
            </a:lvl6pPr>
            <a:lvl7pPr>
              <a:defRPr sz="1950" b="0">
                <a:solidFill>
                  <a:srgbClr val="ECEEE9"/>
                </a:solidFill>
                <a:latin typeface="Microsoft YaHei"/>
                <a:ea typeface="Microsoft YaHei"/>
                <a:cs typeface="Microsoft YaHei"/>
              </a:defRPr>
            </a:lvl7pPr>
            <a:lvl8pPr>
              <a:defRPr sz="1950" b="0">
                <a:solidFill>
                  <a:srgbClr val="ECEEE9"/>
                </a:solidFill>
                <a:latin typeface="Microsoft YaHei"/>
                <a:ea typeface="Microsoft YaHei"/>
                <a:cs typeface="Microsoft YaHei"/>
              </a:defRPr>
            </a:lvl8pPr>
            <a:lvl9pPr>
              <a:defRPr sz="1950" b="0">
                <a:solidFill>
                  <a:srgbClr val="ECEEE9"/>
                </a:solidFill>
                <a:latin typeface="Microsoft YaHei"/>
                <a:ea typeface="Microsoft YaHei"/>
                <a:cs typeface="Microsoft YaHei"/>
              </a:defRPr>
            </a:lvl9pPr>
          </a:lstStyle>
          <a:p xmlns:a="http://schemas.openxmlformats.org/drawingml/2006/main">
            <a:pPr>
              <a:defRPr sz="1950" b="0">
                <a:solidFill>
                  <a:srgbClr val="ECEEE9"/>
                </a:solidFill>
                <a:latin typeface="Microsoft YaHei"/>
                <a:ea typeface="Microsoft YaHei"/>
                <a:cs typeface="Microsoft YaHei"/>
              </a:defRPr>
            </a:pPr>
            <a:r>
              <a:rPr sz="1950" b="0">
                <a:solidFill>
                  <a:srgbClr val="ECEEE9"/>
                </a:solidFill>
                <a:latin typeface="Microsoft YaHei"/>
                <a:ea typeface="Microsoft YaHei"/>
                <a:cs typeface="Microsoft YaHei"/>
              </a:rPr>
              <a:t>黑暗隐藏远处信息，灯具与结构轮廓保留近处参照。危险前的停顿成为探索节奏的一部分。</a:t>
            </a:r>
          </a:p>
        </p:txBody>
      </p:sp>
      <p:sp>
        <p:nvSpPr>
          <p:cNvPr id="14" name="02  SPATIAL CONTRAST">
            <a:extLst xmlns:a="http://schemas.openxmlformats.org/drawingml/2006/main">
              <a:ext uri="{FF2B5EF4-FFF2-40B4-BE49-F238E27FC236}">
                <a16:creationId xmlns:a16="http://schemas.microsoft.com/office/drawing/2014/main" id="{B0683D04-E004-4158-BCBF-012DFBD203FF}"/>
              </a:ext>
            </a:extLst>
          </p:cNvPr>
          <p:cNvSpPr>
            <a:spLocks xmlns:a="http://schemas.openxmlformats.org/drawingml/2006/main" noGrp="1"/>
          </p:cNvSpPr>
          <p:nvPr/>
        </p:nvSpPr>
        <p:spPr>
          <a:xfrm xmlns:a="http://schemas.openxmlformats.org/drawingml/2006/main">
            <a:off x="10058400" y="4038600"/>
            <a:ext cx="457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02  SPATIAL CONTRAST</a:t>
            </a:r>
          </a:p>
        </p:txBody>
      </p:sp>
      <p:sp>
        <p:nvSpPr>
          <p:cNvPr id="15" name="可见区域与未知区域">
            <a:extLst xmlns:a="http://schemas.openxmlformats.org/drawingml/2006/main">
              <a:ext uri="{FF2B5EF4-FFF2-40B4-BE49-F238E27FC236}">
                <a16:creationId xmlns:a16="http://schemas.microsoft.com/office/drawing/2014/main" id="{C96BB947-3F5C-4AA5-A68E-4858F2EFC244}"/>
              </a:ext>
            </a:extLst>
          </p:cNvPr>
          <p:cNvSpPr>
            <a:spLocks xmlns:a="http://schemas.openxmlformats.org/drawingml/2006/main" noGrp="1"/>
          </p:cNvSpPr>
          <p:nvPr/>
        </p:nvSpPr>
        <p:spPr>
          <a:xfrm xmlns:a="http://schemas.openxmlformats.org/drawingml/2006/main">
            <a:off x="10058400" y="43624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可见区域与未知区域</a:t>
            </a:r>
          </a:p>
        </p:txBody>
      </p:sp>
      <p:sp>
        <p:nvSpPr>
          <p:cNvPr id="16" name="门洞、木柱与墙体遮挡下一段路径。玩家先看到局部空间，再通过移">
            <a:extLst xmlns:a="http://schemas.openxmlformats.org/drawingml/2006/main">
              <a:ext uri="{FF2B5EF4-FFF2-40B4-BE49-F238E27FC236}">
                <a16:creationId xmlns:a16="http://schemas.microsoft.com/office/drawing/2014/main" id="{D06A6DF4-5781-4807-A9AD-FF9A0764C84B}"/>
              </a:ext>
            </a:extLst>
          </p:cNvPr>
          <p:cNvSpPr>
            <a:spLocks xmlns:a="http://schemas.openxmlformats.org/drawingml/2006/main" noGrp="1"/>
          </p:cNvSpPr>
          <p:nvPr/>
        </p:nvSpPr>
        <p:spPr>
          <a:xfrm xmlns:a="http://schemas.openxmlformats.org/drawingml/2006/main">
            <a:off x="10058400" y="485775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ECEEE9"/>
                </a:solidFill>
                <a:latin typeface="Microsoft YaHei"/>
                <a:ea typeface="Microsoft YaHei"/>
                <a:cs typeface="Microsoft YaHei"/>
              </a:defRPr>
            </a:defPPr>
            <a:lvl1pPr>
              <a:defRPr sz="1950" b="0">
                <a:solidFill>
                  <a:srgbClr val="ECEEE9"/>
                </a:solidFill>
                <a:latin typeface="Microsoft YaHei"/>
                <a:ea typeface="Microsoft YaHei"/>
                <a:cs typeface="Microsoft YaHei"/>
              </a:defRPr>
            </a:lvl1pPr>
            <a:lvl2pPr>
              <a:defRPr sz="1950" b="0">
                <a:solidFill>
                  <a:srgbClr val="ECEEE9"/>
                </a:solidFill>
                <a:latin typeface="Microsoft YaHei"/>
                <a:ea typeface="Microsoft YaHei"/>
                <a:cs typeface="Microsoft YaHei"/>
              </a:defRPr>
            </a:lvl2pPr>
            <a:lvl3pPr>
              <a:defRPr sz="1950" b="0">
                <a:solidFill>
                  <a:srgbClr val="ECEEE9"/>
                </a:solidFill>
                <a:latin typeface="Microsoft YaHei"/>
                <a:ea typeface="Microsoft YaHei"/>
                <a:cs typeface="Microsoft YaHei"/>
              </a:defRPr>
            </a:lvl3pPr>
            <a:lvl4pPr>
              <a:defRPr sz="1950" b="0">
                <a:solidFill>
                  <a:srgbClr val="ECEEE9"/>
                </a:solidFill>
                <a:latin typeface="Microsoft YaHei"/>
                <a:ea typeface="Microsoft YaHei"/>
                <a:cs typeface="Microsoft YaHei"/>
              </a:defRPr>
            </a:lvl4pPr>
            <a:lvl5pPr>
              <a:defRPr sz="1950" b="0">
                <a:solidFill>
                  <a:srgbClr val="ECEEE9"/>
                </a:solidFill>
                <a:latin typeface="Microsoft YaHei"/>
                <a:ea typeface="Microsoft YaHei"/>
                <a:cs typeface="Microsoft YaHei"/>
              </a:defRPr>
            </a:lvl5pPr>
            <a:lvl6pPr>
              <a:defRPr sz="1950" b="0">
                <a:solidFill>
                  <a:srgbClr val="ECEEE9"/>
                </a:solidFill>
                <a:latin typeface="Microsoft YaHei"/>
                <a:ea typeface="Microsoft YaHei"/>
                <a:cs typeface="Microsoft YaHei"/>
              </a:defRPr>
            </a:lvl6pPr>
            <a:lvl7pPr>
              <a:defRPr sz="1950" b="0">
                <a:solidFill>
                  <a:srgbClr val="ECEEE9"/>
                </a:solidFill>
                <a:latin typeface="Microsoft YaHei"/>
                <a:ea typeface="Microsoft YaHei"/>
                <a:cs typeface="Microsoft YaHei"/>
              </a:defRPr>
            </a:lvl7pPr>
            <a:lvl8pPr>
              <a:defRPr sz="1950" b="0">
                <a:solidFill>
                  <a:srgbClr val="ECEEE9"/>
                </a:solidFill>
                <a:latin typeface="Microsoft YaHei"/>
                <a:ea typeface="Microsoft YaHei"/>
                <a:cs typeface="Microsoft YaHei"/>
              </a:defRPr>
            </a:lvl8pPr>
            <a:lvl9pPr>
              <a:defRPr sz="1950" b="0">
                <a:solidFill>
                  <a:srgbClr val="ECEEE9"/>
                </a:solidFill>
                <a:latin typeface="Microsoft YaHei"/>
                <a:ea typeface="Microsoft YaHei"/>
                <a:cs typeface="Microsoft YaHei"/>
              </a:defRPr>
            </a:lvl9pPr>
          </a:lstStyle>
          <a:p xmlns:a="http://schemas.openxmlformats.org/drawingml/2006/main">
            <a:pPr>
              <a:defRPr sz="1950" b="0">
                <a:solidFill>
                  <a:srgbClr val="ECEEE9"/>
                </a:solidFill>
                <a:latin typeface="Microsoft YaHei"/>
                <a:ea typeface="Microsoft YaHei"/>
                <a:cs typeface="Microsoft YaHei"/>
              </a:defRPr>
            </a:pPr>
            <a:r>
              <a:rPr sz="1950" b="0">
                <a:solidFill>
                  <a:srgbClr val="ECEEE9"/>
                </a:solidFill>
                <a:latin typeface="Microsoft YaHei"/>
                <a:ea typeface="Microsoft YaHei"/>
                <a:cs typeface="Microsoft YaHei"/>
              </a:rPr>
              <a:t>门洞、木柱与墙体遮挡下一段路径。玩家先看到局部空间，再通过移动获得完整信息。</a:t>
            </a:r>
          </a:p>
        </p:txBody>
      </p:sp>
      <p:sp>
        <p:nvSpPr>
          <p:cNvPr id="17" name="03  PLAYER DECISION">
            <a:extLst xmlns:a="http://schemas.openxmlformats.org/drawingml/2006/main">
              <a:ext uri="{FF2B5EF4-FFF2-40B4-BE49-F238E27FC236}">
                <a16:creationId xmlns:a16="http://schemas.microsoft.com/office/drawing/2014/main" id="{83C346E8-45CC-4357-B7D1-B16C485D8085}"/>
              </a:ext>
            </a:extLst>
          </p:cNvPr>
          <p:cNvSpPr>
            <a:spLocks xmlns:a="http://schemas.openxmlformats.org/drawingml/2006/main" noGrp="1"/>
          </p:cNvSpPr>
          <p:nvPr/>
        </p:nvSpPr>
        <p:spPr>
          <a:xfrm xmlns:a="http://schemas.openxmlformats.org/drawingml/2006/main">
            <a:off x="10058400" y="6219825"/>
            <a:ext cx="457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03  PLAYER DECISION</a:t>
            </a:r>
          </a:p>
        </p:txBody>
      </p:sp>
      <p:sp>
        <p:nvSpPr>
          <p:cNvPr id="18" name="环境成为判断依据">
            <a:extLst xmlns:a="http://schemas.openxmlformats.org/drawingml/2006/main">
              <a:ext uri="{FF2B5EF4-FFF2-40B4-BE49-F238E27FC236}">
                <a16:creationId xmlns:a16="http://schemas.microsoft.com/office/drawing/2014/main" id="{64803A0A-ABE1-4994-99DA-720793B41CC9}"/>
              </a:ext>
            </a:extLst>
          </p:cNvPr>
          <p:cNvSpPr>
            <a:spLocks xmlns:a="http://schemas.openxmlformats.org/drawingml/2006/main" noGrp="1"/>
          </p:cNvSpPr>
          <p:nvPr/>
        </p:nvSpPr>
        <p:spPr>
          <a:xfrm xmlns:a="http://schemas.openxmlformats.org/drawingml/2006/main">
            <a:off x="10058400" y="654367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环境成为判断依据</a:t>
            </a:r>
          </a:p>
        </p:txBody>
      </p:sp>
      <p:sp>
        <p:nvSpPr>
          <p:cNvPr id="19" name="玩家识别照明、机关与岔口位置，再决定交互、等待或绕行。">
            <a:extLst xmlns:a="http://schemas.openxmlformats.org/drawingml/2006/main">
              <a:ext uri="{FF2B5EF4-FFF2-40B4-BE49-F238E27FC236}">
                <a16:creationId xmlns:a16="http://schemas.microsoft.com/office/drawing/2014/main" id="{65E842F5-5582-440F-9337-C87B1D87DA3E}"/>
              </a:ext>
            </a:extLst>
          </p:cNvPr>
          <p:cNvSpPr>
            <a:spLocks xmlns:a="http://schemas.openxmlformats.org/drawingml/2006/main" noGrp="1"/>
          </p:cNvSpPr>
          <p:nvPr/>
        </p:nvSpPr>
        <p:spPr>
          <a:xfrm xmlns:a="http://schemas.openxmlformats.org/drawingml/2006/main">
            <a:off x="10058400" y="7038975"/>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ECEEE9"/>
                </a:solidFill>
                <a:latin typeface="Microsoft YaHei"/>
                <a:ea typeface="Microsoft YaHei"/>
                <a:cs typeface="Microsoft YaHei"/>
              </a:defRPr>
            </a:defPPr>
            <a:lvl1pPr>
              <a:defRPr sz="1950" b="0">
                <a:solidFill>
                  <a:srgbClr val="ECEEE9"/>
                </a:solidFill>
                <a:latin typeface="Microsoft YaHei"/>
                <a:ea typeface="Microsoft YaHei"/>
                <a:cs typeface="Microsoft YaHei"/>
              </a:defRPr>
            </a:lvl1pPr>
            <a:lvl2pPr>
              <a:defRPr sz="1950" b="0">
                <a:solidFill>
                  <a:srgbClr val="ECEEE9"/>
                </a:solidFill>
                <a:latin typeface="Microsoft YaHei"/>
                <a:ea typeface="Microsoft YaHei"/>
                <a:cs typeface="Microsoft YaHei"/>
              </a:defRPr>
            </a:lvl2pPr>
            <a:lvl3pPr>
              <a:defRPr sz="1950" b="0">
                <a:solidFill>
                  <a:srgbClr val="ECEEE9"/>
                </a:solidFill>
                <a:latin typeface="Microsoft YaHei"/>
                <a:ea typeface="Microsoft YaHei"/>
                <a:cs typeface="Microsoft YaHei"/>
              </a:defRPr>
            </a:lvl3pPr>
            <a:lvl4pPr>
              <a:defRPr sz="1950" b="0">
                <a:solidFill>
                  <a:srgbClr val="ECEEE9"/>
                </a:solidFill>
                <a:latin typeface="Microsoft YaHei"/>
                <a:ea typeface="Microsoft YaHei"/>
                <a:cs typeface="Microsoft YaHei"/>
              </a:defRPr>
            </a:lvl4pPr>
            <a:lvl5pPr>
              <a:defRPr sz="1950" b="0">
                <a:solidFill>
                  <a:srgbClr val="ECEEE9"/>
                </a:solidFill>
                <a:latin typeface="Microsoft YaHei"/>
                <a:ea typeface="Microsoft YaHei"/>
                <a:cs typeface="Microsoft YaHei"/>
              </a:defRPr>
            </a:lvl5pPr>
            <a:lvl6pPr>
              <a:defRPr sz="1950" b="0">
                <a:solidFill>
                  <a:srgbClr val="ECEEE9"/>
                </a:solidFill>
                <a:latin typeface="Microsoft YaHei"/>
                <a:ea typeface="Microsoft YaHei"/>
                <a:cs typeface="Microsoft YaHei"/>
              </a:defRPr>
            </a:lvl6pPr>
            <a:lvl7pPr>
              <a:defRPr sz="1950" b="0">
                <a:solidFill>
                  <a:srgbClr val="ECEEE9"/>
                </a:solidFill>
                <a:latin typeface="Microsoft YaHei"/>
                <a:ea typeface="Microsoft YaHei"/>
                <a:cs typeface="Microsoft YaHei"/>
              </a:defRPr>
            </a:lvl7pPr>
            <a:lvl8pPr>
              <a:defRPr sz="1950" b="0">
                <a:solidFill>
                  <a:srgbClr val="ECEEE9"/>
                </a:solidFill>
                <a:latin typeface="Microsoft YaHei"/>
                <a:ea typeface="Microsoft YaHei"/>
                <a:cs typeface="Microsoft YaHei"/>
              </a:defRPr>
            </a:lvl8pPr>
            <a:lvl9pPr>
              <a:defRPr sz="1950" b="0">
                <a:solidFill>
                  <a:srgbClr val="ECEEE9"/>
                </a:solidFill>
                <a:latin typeface="Microsoft YaHei"/>
                <a:ea typeface="Microsoft YaHei"/>
                <a:cs typeface="Microsoft YaHei"/>
              </a:defRPr>
            </a:lvl9pPr>
          </a:lstStyle>
          <a:p xmlns:a="http://schemas.openxmlformats.org/drawingml/2006/main">
            <a:pPr>
              <a:defRPr sz="1950" b="0">
                <a:solidFill>
                  <a:srgbClr val="ECEEE9"/>
                </a:solidFill>
                <a:latin typeface="Microsoft YaHei"/>
                <a:ea typeface="Microsoft YaHei"/>
                <a:cs typeface="Microsoft YaHei"/>
              </a:defRPr>
            </a:pPr>
            <a:r>
              <a:rPr sz="1950" b="0">
                <a:solidFill>
                  <a:srgbClr val="ECEEE9"/>
                </a:solidFill>
                <a:latin typeface="Microsoft YaHei"/>
                <a:ea typeface="Microsoft YaHei"/>
                <a:cs typeface="Microsoft YaHei"/>
              </a:rPr>
              <a:t>玩家识别照明、机关与岔口位置，再决定交互、等待或绕行。</a:t>
            </a:r>
          </a:p>
        </p:txBody>
      </p:sp>
    </p:spTree>
    <p:extLst>
      <p:ext uri="{BB962C8B-B14F-4D97-AF65-F5344CB8AC3E}">
        <p14:creationId xmlns:p14="http://schemas.microsoft.com/office/powerpoint/2010/main" val="1978480669"/>
      </p:ext>
    </p:extLst>
  </p:cSld>
</p:sld>
</file>

<file path=ppt/slides/slide3.xml><?xml version="1.0" encoding="utf-8"?>
<p:sld xmlns:p="http://schemas.openxmlformats.org/presentationml/2006/main">
  <p:cSld>
    <p:bg>
      <p:bgPr>
        <a:solidFill xmlns:a="http://schemas.openxmlformats.org/drawingml/2006/main">
          <a:srgbClr val="080D0F"/>
        </a:solidFill>
      </p:bgPr>
    </p:bg>
    <p:spTree>
      <p:nvGrpSpPr>
        <p:cNvPr id="1" name=""/>
        <p:cNvGrpSpPr/>
        <p:nvPr/>
      </p:nvGrpSpPr>
      <p:grpSpPr>
        <a:xfrm xmlns:a="http://schemas.openxmlformats.org/drawingml/2006/main"/>
      </p:grpSpPr>
      <p:sp>
        <p:nvSpPr>
          <p:cNvPr id="21" name="CORE MECHANICS">
            <a:extLst xmlns:a="http://schemas.openxmlformats.org/drawingml/2006/main">
              <a:ext uri="{FF2B5EF4-FFF2-40B4-BE49-F238E27FC236}">
                <a16:creationId xmlns:a16="http://schemas.microsoft.com/office/drawing/2014/main" id="{6C5B6534-B479-4CFB-9BEC-E48DD5260F90}"/>
              </a:ext>
            </a:extLst>
          </p:cNvPr>
          <p:cNvSpPr>
            <a:spLocks xmlns:a="http://schemas.openxmlformats.org/drawingml/2006/main" noGrp="1"/>
          </p:cNvSpPr>
          <p:nvPr/>
        </p:nvSpPr>
        <p:spPr>
          <a:xfrm xmlns:a="http://schemas.openxmlformats.org/drawingml/2006/main">
            <a:off x="609600" y="4191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ECEEE9"/>
                </a:solidFill>
                <a:latin typeface="Bahnschrift"/>
                <a:ea typeface="Bahnschrift"/>
                <a:cs typeface="Bahnschrift"/>
              </a:defRPr>
            </a:defPPr>
            <a:lvl1pPr>
              <a:defRPr sz="3150" b="1">
                <a:solidFill>
                  <a:srgbClr val="ECEEE9"/>
                </a:solidFill>
                <a:latin typeface="Bahnschrift"/>
                <a:ea typeface="Bahnschrift"/>
                <a:cs typeface="Bahnschrift"/>
              </a:defRPr>
            </a:lvl1pPr>
            <a:lvl2pPr>
              <a:defRPr sz="3150" b="1">
                <a:solidFill>
                  <a:srgbClr val="ECEEE9"/>
                </a:solidFill>
                <a:latin typeface="Bahnschrift"/>
                <a:ea typeface="Bahnschrift"/>
                <a:cs typeface="Bahnschrift"/>
              </a:defRPr>
            </a:lvl2pPr>
            <a:lvl3pPr>
              <a:defRPr sz="3150" b="1">
                <a:solidFill>
                  <a:srgbClr val="ECEEE9"/>
                </a:solidFill>
                <a:latin typeface="Bahnschrift"/>
                <a:ea typeface="Bahnschrift"/>
                <a:cs typeface="Bahnschrift"/>
              </a:defRPr>
            </a:lvl3pPr>
            <a:lvl4pPr>
              <a:defRPr sz="3150" b="1">
                <a:solidFill>
                  <a:srgbClr val="ECEEE9"/>
                </a:solidFill>
                <a:latin typeface="Bahnschrift"/>
                <a:ea typeface="Bahnschrift"/>
                <a:cs typeface="Bahnschrift"/>
              </a:defRPr>
            </a:lvl4pPr>
            <a:lvl5pPr>
              <a:defRPr sz="3150" b="1">
                <a:solidFill>
                  <a:srgbClr val="ECEEE9"/>
                </a:solidFill>
                <a:latin typeface="Bahnschrift"/>
                <a:ea typeface="Bahnschrift"/>
                <a:cs typeface="Bahnschrift"/>
              </a:defRPr>
            </a:lvl5pPr>
            <a:lvl6pPr>
              <a:defRPr sz="3150" b="1">
                <a:solidFill>
                  <a:srgbClr val="ECEEE9"/>
                </a:solidFill>
                <a:latin typeface="Bahnschrift"/>
                <a:ea typeface="Bahnschrift"/>
                <a:cs typeface="Bahnschrift"/>
              </a:defRPr>
            </a:lvl6pPr>
            <a:lvl7pPr>
              <a:defRPr sz="3150" b="1">
                <a:solidFill>
                  <a:srgbClr val="ECEEE9"/>
                </a:solidFill>
                <a:latin typeface="Bahnschrift"/>
                <a:ea typeface="Bahnschrift"/>
                <a:cs typeface="Bahnschrift"/>
              </a:defRPr>
            </a:lvl7pPr>
            <a:lvl8pPr>
              <a:defRPr sz="3150" b="1">
                <a:solidFill>
                  <a:srgbClr val="ECEEE9"/>
                </a:solidFill>
                <a:latin typeface="Bahnschrift"/>
                <a:ea typeface="Bahnschrift"/>
                <a:cs typeface="Bahnschrift"/>
              </a:defRPr>
            </a:lvl8pPr>
            <a:lvl9pPr>
              <a:defRPr sz="3150" b="1">
                <a:solidFill>
                  <a:srgbClr val="ECEEE9"/>
                </a:solidFill>
                <a:latin typeface="Bahnschrift"/>
                <a:ea typeface="Bahnschrift"/>
                <a:cs typeface="Bahnschrift"/>
              </a:defRPr>
            </a:lvl9pPr>
          </a:lstStyle>
          <a:p xmlns:a="http://schemas.openxmlformats.org/drawingml/2006/main">
            <a:pPr>
              <a:defRPr sz="3150" b="1">
                <a:solidFill>
                  <a:srgbClr val="ECEEE9"/>
                </a:solidFill>
                <a:latin typeface="Bahnschrift"/>
                <a:ea typeface="Bahnschrift"/>
                <a:cs typeface="Bahnschrift"/>
              </a:defRPr>
            </a:pPr>
            <a:r>
              <a:rPr sz="3150" b="1">
                <a:solidFill>
                  <a:srgbClr val="ECEEE9"/>
                </a:solidFill>
                <a:latin typeface="Bahnschrift"/>
                <a:ea typeface="Bahnschrift"/>
                <a:cs typeface="Bahnschrift"/>
              </a:rPr>
              <a:t>CORE MECHANICS</a:t>
            </a:r>
          </a:p>
        </p:txBody>
      </p:sp>
      <p:sp>
        <p:nvSpPr>
          <p:cNvPr id="2" name="观察、操作与受限视野">
            <a:extLst xmlns:a="http://schemas.openxmlformats.org/drawingml/2006/main">
              <a:ext uri="{FF2B5EF4-FFF2-40B4-BE49-F238E27FC236}">
                <a16:creationId xmlns:a16="http://schemas.microsoft.com/office/drawing/2014/main" id="{127AD516-C5E6-4F20-991E-A882B311CB86}"/>
              </a:ext>
            </a:extLst>
          </p:cNvPr>
          <p:cNvSpPr>
            <a:spLocks xmlns:a="http://schemas.openxmlformats.org/drawingml/2006/main" noGrp="1"/>
          </p:cNvSpPr>
          <p:nvPr/>
        </p:nvSpPr>
        <p:spPr>
          <a:xfrm xmlns:a="http://schemas.openxmlformats.org/drawingml/2006/main">
            <a:off x="609600" y="1019175"/>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C5B5"/>
                </a:solidFill>
                <a:latin typeface="Microsoft YaHei"/>
                <a:ea typeface="Microsoft YaHei"/>
                <a:cs typeface="Microsoft YaHei"/>
              </a:defRPr>
            </a:defPPr>
            <a:lvl1pPr>
              <a:defRPr sz="2400" b="1">
                <a:solidFill>
                  <a:srgbClr val="83C5B5"/>
                </a:solidFill>
                <a:latin typeface="Microsoft YaHei"/>
                <a:ea typeface="Microsoft YaHei"/>
                <a:cs typeface="Microsoft YaHei"/>
              </a:defRPr>
            </a:lvl1pPr>
            <a:lvl2pPr>
              <a:defRPr sz="2400" b="1">
                <a:solidFill>
                  <a:srgbClr val="83C5B5"/>
                </a:solidFill>
                <a:latin typeface="Microsoft YaHei"/>
                <a:ea typeface="Microsoft YaHei"/>
                <a:cs typeface="Microsoft YaHei"/>
              </a:defRPr>
            </a:lvl2pPr>
            <a:lvl3pPr>
              <a:defRPr sz="2400" b="1">
                <a:solidFill>
                  <a:srgbClr val="83C5B5"/>
                </a:solidFill>
                <a:latin typeface="Microsoft YaHei"/>
                <a:ea typeface="Microsoft YaHei"/>
                <a:cs typeface="Microsoft YaHei"/>
              </a:defRPr>
            </a:lvl3pPr>
            <a:lvl4pPr>
              <a:defRPr sz="2400" b="1">
                <a:solidFill>
                  <a:srgbClr val="83C5B5"/>
                </a:solidFill>
                <a:latin typeface="Microsoft YaHei"/>
                <a:ea typeface="Microsoft YaHei"/>
                <a:cs typeface="Microsoft YaHei"/>
              </a:defRPr>
            </a:lvl4pPr>
            <a:lvl5pPr>
              <a:defRPr sz="2400" b="1">
                <a:solidFill>
                  <a:srgbClr val="83C5B5"/>
                </a:solidFill>
                <a:latin typeface="Microsoft YaHei"/>
                <a:ea typeface="Microsoft YaHei"/>
                <a:cs typeface="Microsoft YaHei"/>
              </a:defRPr>
            </a:lvl5pPr>
            <a:lvl6pPr>
              <a:defRPr sz="2400" b="1">
                <a:solidFill>
                  <a:srgbClr val="83C5B5"/>
                </a:solidFill>
                <a:latin typeface="Microsoft YaHei"/>
                <a:ea typeface="Microsoft YaHei"/>
                <a:cs typeface="Microsoft YaHei"/>
              </a:defRPr>
            </a:lvl6pPr>
            <a:lvl7pPr>
              <a:defRPr sz="2400" b="1">
                <a:solidFill>
                  <a:srgbClr val="83C5B5"/>
                </a:solidFill>
                <a:latin typeface="Microsoft YaHei"/>
                <a:ea typeface="Microsoft YaHei"/>
                <a:cs typeface="Microsoft YaHei"/>
              </a:defRPr>
            </a:lvl7pPr>
            <a:lvl8pPr>
              <a:defRPr sz="2400" b="1">
                <a:solidFill>
                  <a:srgbClr val="83C5B5"/>
                </a:solidFill>
                <a:latin typeface="Microsoft YaHei"/>
                <a:ea typeface="Microsoft YaHei"/>
                <a:cs typeface="Microsoft YaHei"/>
              </a:defRPr>
            </a:lvl8pPr>
            <a:lvl9pPr>
              <a:defRPr sz="2400" b="1">
                <a:solidFill>
                  <a:srgbClr val="83C5B5"/>
                </a:solidFill>
                <a:latin typeface="Microsoft YaHei"/>
                <a:ea typeface="Microsoft YaHei"/>
                <a:cs typeface="Microsoft YaHei"/>
              </a:defRPr>
            </a:lvl9pPr>
          </a:lstStyle>
          <a:p xmlns:a="http://schemas.openxmlformats.org/drawingml/2006/main">
            <a:pPr>
              <a:defRPr sz="2400" b="1">
                <a:solidFill>
                  <a:srgbClr val="83C5B5"/>
                </a:solidFill>
                <a:latin typeface="Microsoft YaHei"/>
                <a:ea typeface="Microsoft YaHei"/>
                <a:cs typeface="Microsoft YaHei"/>
              </a:defRPr>
            </a:pPr>
            <a:r>
              <a:rPr sz="2400" b="1">
                <a:solidFill>
                  <a:srgbClr val="83C5B5"/>
                </a:solidFill>
                <a:latin typeface="Microsoft YaHei"/>
                <a:ea typeface="Microsoft YaHei"/>
                <a:cs typeface="Microsoft YaHei"/>
              </a:rPr>
              <a:t>观察、操作与受限视野</a:t>
            </a:r>
          </a:p>
        </p:txBody>
      </p:sp>
      <p:sp>
        <p:nvSpPr>
          <p:cNvPr id="3" name="">
            <a:extLst xmlns:a="http://schemas.openxmlformats.org/drawingml/2006/main">
              <a:ext uri="{FF2B5EF4-FFF2-40B4-BE49-F238E27FC236}">
                <a16:creationId xmlns:a16="http://schemas.microsoft.com/office/drawing/2014/main" id="{FC8AB613-8FCB-4E8D-BA52-A7B60FBFDB13}"/>
              </a:ext>
            </a:extLst>
          </p:cNvPr>
          <p:cNvSpPr>
            <a:spLocks xmlns:a="http://schemas.openxmlformats.org/drawingml/2006/main" noGrp="1"/>
          </p:cNvSpPr>
          <p:nvPr/>
        </p:nvSpPr>
        <p:spPr>
          <a:xfrm xmlns:a="http://schemas.openxmlformats.org/drawingml/2006/main">
            <a:off x="609600" y="1543050"/>
            <a:ext cx="14020800" cy="19050"/>
          </a:xfrm>
          <a:prstGeom xmlns:a="http://schemas.openxmlformats.org/drawingml/2006/main" prst="rect">
            <a:avLst/>
          </a:prstGeom>
          <a:solidFill xmlns:a="http://schemas.openxmlformats.org/drawingml/2006/main">
            <a:srgbClr val="A9433B"/>
          </a:solidFill>
          <a:ln xmlns:a="http://schemas.openxmlformats.org/drawingml/2006/main" w="0">
            <a:noFill/>
          </a:ln>
        </p:spPr>
      </p:sp>
      <p:sp>
        <p:nvSpPr>
          <p:cNvPr id="4" name="BURIED ECHOES   /   JUNYU JIN">
            <a:extLst xmlns:a="http://schemas.openxmlformats.org/drawingml/2006/main">
              <a:ext uri="{FF2B5EF4-FFF2-40B4-BE49-F238E27FC236}">
                <a16:creationId xmlns:a16="http://schemas.microsoft.com/office/drawing/2014/main" id="{D40BD9E0-6327-4D83-8648-D9D66A74CAA2}"/>
              </a:ext>
            </a:extLst>
          </p:cNvPr>
          <p:cNvSpPr>
            <a:spLocks xmlns:a="http://schemas.openxmlformats.org/drawingml/2006/main" noGrp="1"/>
          </p:cNvSpPr>
          <p:nvPr/>
        </p:nvSpPr>
        <p:spPr>
          <a:xfrm xmlns:a="http://schemas.openxmlformats.org/drawingml/2006/main">
            <a:off x="609600" y="82200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4AFAC"/>
                </a:solidFill>
                <a:latin typeface="Bahnschrift"/>
                <a:ea typeface="Bahnschrift"/>
                <a:cs typeface="Bahnschrift"/>
              </a:defRPr>
            </a:defPPr>
            <a:lvl1pPr>
              <a:defRPr sz="1125" b="0">
                <a:solidFill>
                  <a:srgbClr val="A4AFAC"/>
                </a:solidFill>
                <a:latin typeface="Bahnschrift"/>
                <a:ea typeface="Bahnschrift"/>
                <a:cs typeface="Bahnschrift"/>
              </a:defRPr>
            </a:lvl1pPr>
            <a:lvl2pPr>
              <a:defRPr sz="1125" b="0">
                <a:solidFill>
                  <a:srgbClr val="A4AFAC"/>
                </a:solidFill>
                <a:latin typeface="Bahnschrift"/>
                <a:ea typeface="Bahnschrift"/>
                <a:cs typeface="Bahnschrift"/>
              </a:defRPr>
            </a:lvl2pPr>
            <a:lvl3pPr>
              <a:defRPr sz="1125" b="0">
                <a:solidFill>
                  <a:srgbClr val="A4AFAC"/>
                </a:solidFill>
                <a:latin typeface="Bahnschrift"/>
                <a:ea typeface="Bahnschrift"/>
                <a:cs typeface="Bahnschrift"/>
              </a:defRPr>
            </a:lvl3pPr>
            <a:lvl4pPr>
              <a:defRPr sz="1125" b="0">
                <a:solidFill>
                  <a:srgbClr val="A4AFAC"/>
                </a:solidFill>
                <a:latin typeface="Bahnschrift"/>
                <a:ea typeface="Bahnschrift"/>
                <a:cs typeface="Bahnschrift"/>
              </a:defRPr>
            </a:lvl4pPr>
            <a:lvl5pPr>
              <a:defRPr sz="1125" b="0">
                <a:solidFill>
                  <a:srgbClr val="A4AFAC"/>
                </a:solidFill>
                <a:latin typeface="Bahnschrift"/>
                <a:ea typeface="Bahnschrift"/>
                <a:cs typeface="Bahnschrift"/>
              </a:defRPr>
            </a:lvl5pPr>
            <a:lvl6pPr>
              <a:defRPr sz="1125" b="0">
                <a:solidFill>
                  <a:srgbClr val="A4AFAC"/>
                </a:solidFill>
                <a:latin typeface="Bahnschrift"/>
                <a:ea typeface="Bahnschrift"/>
                <a:cs typeface="Bahnschrift"/>
              </a:defRPr>
            </a:lvl6pPr>
            <a:lvl7pPr>
              <a:defRPr sz="1125" b="0">
                <a:solidFill>
                  <a:srgbClr val="A4AFAC"/>
                </a:solidFill>
                <a:latin typeface="Bahnschrift"/>
                <a:ea typeface="Bahnschrift"/>
                <a:cs typeface="Bahnschrift"/>
              </a:defRPr>
            </a:lvl7pPr>
            <a:lvl8pPr>
              <a:defRPr sz="1125" b="0">
                <a:solidFill>
                  <a:srgbClr val="A4AFAC"/>
                </a:solidFill>
                <a:latin typeface="Bahnschrift"/>
                <a:ea typeface="Bahnschrift"/>
                <a:cs typeface="Bahnschrift"/>
              </a:defRPr>
            </a:lvl8pPr>
            <a:lvl9pPr>
              <a:defRPr sz="1125" b="0">
                <a:solidFill>
                  <a:srgbClr val="A4AFAC"/>
                </a:solidFill>
                <a:latin typeface="Bahnschrift"/>
                <a:ea typeface="Bahnschrift"/>
                <a:cs typeface="Bahnschrift"/>
              </a:defRPr>
            </a:lvl9pPr>
          </a:lstStyle>
          <a:p xmlns:a="http://schemas.openxmlformats.org/drawingml/2006/main">
            <a:pPr>
              <a:defRPr sz="1125" b="0">
                <a:solidFill>
                  <a:srgbClr val="A4AFAC"/>
                </a:solidFill>
                <a:latin typeface="Bahnschrift"/>
                <a:ea typeface="Bahnschrift"/>
                <a:cs typeface="Bahnschrift"/>
              </a:defRPr>
            </a:pPr>
            <a:r>
              <a:rPr sz="1125" b="0">
                <a:solidFill>
                  <a:srgbClr val="A4AFAC"/>
                </a:solidFill>
                <a:latin typeface="Bahnschrift"/>
                <a:ea typeface="Bahnschrift"/>
                <a:cs typeface="Bahnschrift"/>
              </a:rPr>
              <a:t>BURIED ECHOES   /   JUNYU JIN</a:t>
            </a:r>
          </a:p>
        </p:txBody>
      </p:sp>
      <p:sp>
        <p:nvSpPr>
          <p:cNvPr id="5" name="03 / 06">
            <a:extLst xmlns:a="http://schemas.openxmlformats.org/drawingml/2006/main">
              <a:ext uri="{FF2B5EF4-FFF2-40B4-BE49-F238E27FC236}">
                <a16:creationId xmlns:a16="http://schemas.microsoft.com/office/drawing/2014/main" id="{FA569BCF-B1D8-443D-8559-31AF242A30DC}"/>
              </a:ext>
            </a:extLst>
          </p:cNvPr>
          <p:cNvSpPr>
            <a:spLocks xmlns:a="http://schemas.openxmlformats.org/drawingml/2006/main" noGrp="1"/>
          </p:cNvSpPr>
          <p:nvPr/>
        </p:nvSpPr>
        <p:spPr>
          <a:xfrm xmlns:a="http://schemas.openxmlformats.org/drawingml/2006/main">
            <a:off x="13639800" y="819150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A4AFAC"/>
                </a:solidFill>
                <a:latin typeface="Bahnschrift"/>
                <a:ea typeface="Bahnschrift"/>
                <a:cs typeface="Bahnschrift"/>
              </a:defRPr>
            </a:defPPr>
            <a:lvl1pPr>
              <a:defRPr sz="1425" b="0">
                <a:solidFill>
                  <a:srgbClr val="A4AFAC"/>
                </a:solidFill>
                <a:latin typeface="Bahnschrift"/>
                <a:ea typeface="Bahnschrift"/>
                <a:cs typeface="Bahnschrift"/>
              </a:defRPr>
            </a:lvl1pPr>
            <a:lvl2pPr>
              <a:defRPr sz="1425" b="0">
                <a:solidFill>
                  <a:srgbClr val="A4AFAC"/>
                </a:solidFill>
                <a:latin typeface="Bahnschrift"/>
                <a:ea typeface="Bahnschrift"/>
                <a:cs typeface="Bahnschrift"/>
              </a:defRPr>
            </a:lvl2pPr>
            <a:lvl3pPr>
              <a:defRPr sz="1425" b="0">
                <a:solidFill>
                  <a:srgbClr val="A4AFAC"/>
                </a:solidFill>
                <a:latin typeface="Bahnschrift"/>
                <a:ea typeface="Bahnschrift"/>
                <a:cs typeface="Bahnschrift"/>
              </a:defRPr>
            </a:lvl3pPr>
            <a:lvl4pPr>
              <a:defRPr sz="1425" b="0">
                <a:solidFill>
                  <a:srgbClr val="A4AFAC"/>
                </a:solidFill>
                <a:latin typeface="Bahnschrift"/>
                <a:ea typeface="Bahnschrift"/>
                <a:cs typeface="Bahnschrift"/>
              </a:defRPr>
            </a:lvl4pPr>
            <a:lvl5pPr>
              <a:defRPr sz="1425" b="0">
                <a:solidFill>
                  <a:srgbClr val="A4AFAC"/>
                </a:solidFill>
                <a:latin typeface="Bahnschrift"/>
                <a:ea typeface="Bahnschrift"/>
                <a:cs typeface="Bahnschrift"/>
              </a:defRPr>
            </a:lvl5pPr>
            <a:lvl6pPr>
              <a:defRPr sz="1425" b="0">
                <a:solidFill>
                  <a:srgbClr val="A4AFAC"/>
                </a:solidFill>
                <a:latin typeface="Bahnschrift"/>
                <a:ea typeface="Bahnschrift"/>
                <a:cs typeface="Bahnschrift"/>
              </a:defRPr>
            </a:lvl6pPr>
            <a:lvl7pPr>
              <a:defRPr sz="1425" b="0">
                <a:solidFill>
                  <a:srgbClr val="A4AFAC"/>
                </a:solidFill>
                <a:latin typeface="Bahnschrift"/>
                <a:ea typeface="Bahnschrift"/>
                <a:cs typeface="Bahnschrift"/>
              </a:defRPr>
            </a:lvl7pPr>
            <a:lvl8pPr>
              <a:defRPr sz="1425" b="0">
                <a:solidFill>
                  <a:srgbClr val="A4AFAC"/>
                </a:solidFill>
                <a:latin typeface="Bahnschrift"/>
                <a:ea typeface="Bahnschrift"/>
                <a:cs typeface="Bahnschrift"/>
              </a:defRPr>
            </a:lvl8pPr>
            <a:lvl9pPr>
              <a:defRPr sz="1425" b="0">
                <a:solidFill>
                  <a:srgbClr val="A4AFAC"/>
                </a:solidFill>
                <a:latin typeface="Bahnschrift"/>
                <a:ea typeface="Bahnschrift"/>
                <a:cs typeface="Bahnschrift"/>
              </a:defRPr>
            </a:lvl9pPr>
          </a:lstStyle>
          <a:p xmlns:a="http://schemas.openxmlformats.org/drawingml/2006/main">
            <a:pPr>
              <a:defRPr sz="1425" b="0">
                <a:solidFill>
                  <a:srgbClr val="A4AFAC"/>
                </a:solidFill>
                <a:latin typeface="Bahnschrift"/>
                <a:ea typeface="Bahnschrift"/>
                <a:cs typeface="Bahnschrift"/>
              </a:defRPr>
            </a:pPr>
            <a:r>
              <a:rPr sz="1425" b="0">
                <a:solidFill>
                  <a:srgbClr val="A4AFAC"/>
                </a:solidFill>
                <a:latin typeface="Bahnschrift"/>
                <a:ea typeface="Bahnschrift"/>
                <a:cs typeface="Bahnschrift"/>
              </a:rPr>
              <a:t>03 / 06</a:t>
            </a:r>
          </a:p>
        </p:txBody>
      </p:sp>
      <p:pic>
        <p:nvPicPr>
          <p:cNvPr id="6" name="">
            <a:extLst xmlns:a="http://schemas.openxmlformats.org/drawingml/2006/main">
              <a:ext uri="{FF2B5EF4-FFF2-40B4-BE49-F238E27FC236}">
                <a16:creationId xmlns:a16="http://schemas.microsoft.com/office/drawing/2014/main" id="{DA3875B7-CB21-45A3-AC07-0CB3EE95E852}"/>
              </a:ext>
            </a:extLst>
          </p:cNvPr>
          <p:cNvPicPr>
            <a:picLocks xmlns:a="http://schemas.openxmlformats.org/drawingml/2006/main" noChangeAspect="1"/>
          </p:cNvPicPr>
          <p:nvPr/>
        </p:nvPicPr>
        <p:blipFill>
          <a:blip xmlns:r="http://schemas.openxmlformats.org/officeDocument/2006/relationships" xmlns:a="http://schemas.openxmlformats.org/drawingml/2006/main" r:embed="Rbecf21b254804898"/>
          <a:srcRect xmlns:a="http://schemas.openxmlformats.org/drawingml/2006/main" l="0" t="4043" r="0" b="4043"/>
          <a:stretch xmlns:a="http://schemas.openxmlformats.org/drawingml/2006/main">
            <a:fillRect l="0" t="0" r="0" b="0"/>
          </a:stretch>
        </p:blipFill>
        <p:spPr>
          <a:xfrm xmlns:a="http://schemas.openxmlformats.org/drawingml/2006/main">
            <a:off x="609600" y="1809750"/>
            <a:ext cx="4476750" cy="2571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272BE6A-A9FE-4E6C-9263-3FA5CE4414DA}"/>
              </a:ext>
            </a:extLst>
          </p:cNvPr>
          <p:cNvPicPr>
            <a:picLocks xmlns:a="http://schemas.openxmlformats.org/drawingml/2006/main" noChangeAspect="1"/>
          </p:cNvPicPr>
          <p:nvPr/>
        </p:nvPicPr>
        <p:blipFill>
          <a:blip xmlns:r="http://schemas.openxmlformats.org/officeDocument/2006/relationships" xmlns:a="http://schemas.openxmlformats.org/drawingml/2006/main" r:embed="R52d2f27326e246eb"/>
          <a:srcRect xmlns:a="http://schemas.openxmlformats.org/drawingml/2006/main" l="0" t="4043" r="0" b="4043"/>
          <a:stretch xmlns:a="http://schemas.openxmlformats.org/drawingml/2006/main">
            <a:fillRect l="0" t="0" r="0" b="0"/>
          </a:stretch>
        </p:blipFill>
        <p:spPr>
          <a:xfrm xmlns:a="http://schemas.openxmlformats.org/drawingml/2006/main">
            <a:off x="5381625" y="1809750"/>
            <a:ext cx="4476750" cy="2571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BD3F032-0690-460C-A085-3589E38E0CC1}"/>
              </a:ext>
            </a:extLst>
          </p:cNvPr>
          <p:cNvPicPr>
            <a:picLocks xmlns:a="http://schemas.openxmlformats.org/drawingml/2006/main" noChangeAspect="1"/>
          </p:cNvPicPr>
          <p:nvPr/>
        </p:nvPicPr>
        <p:blipFill>
          <a:blip xmlns:r="http://schemas.openxmlformats.org/officeDocument/2006/relationships" xmlns:a="http://schemas.openxmlformats.org/drawingml/2006/main" r:embed="R4f5a708b27db4b7d"/>
          <a:srcRect xmlns:a="http://schemas.openxmlformats.org/drawingml/2006/main" l="0" t="4043" r="0" b="4043"/>
          <a:stretch xmlns:a="http://schemas.openxmlformats.org/drawingml/2006/main">
            <a:fillRect l="0" t="0" r="0" b="0"/>
          </a:stretch>
        </p:blipFill>
        <p:spPr>
          <a:xfrm xmlns:a="http://schemas.openxmlformats.org/drawingml/2006/main">
            <a:off x="10153650" y="1809750"/>
            <a:ext cx="4476750" cy="2571750"/>
          </a:xfrm>
          <a:prstGeom xmlns:a="http://schemas.openxmlformats.org/drawingml/2006/main" prst="rect">
            <a:avLst/>
          </a:prstGeom>
        </p:spPr>
      </p:pic>
      <p:sp>
        <p:nvSpPr>
          <p:cNvPr id="9" name="01  ELECTRIC TRAP">
            <a:extLst xmlns:a="http://schemas.openxmlformats.org/drawingml/2006/main">
              <a:ext uri="{FF2B5EF4-FFF2-40B4-BE49-F238E27FC236}">
                <a16:creationId xmlns:a16="http://schemas.microsoft.com/office/drawing/2014/main" id="{687573DF-97CC-4F3A-903E-456CA01974E8}"/>
              </a:ext>
            </a:extLst>
          </p:cNvPr>
          <p:cNvSpPr>
            <a:spLocks xmlns:a="http://schemas.openxmlformats.org/drawingml/2006/main" noGrp="1"/>
          </p:cNvSpPr>
          <p:nvPr/>
        </p:nvSpPr>
        <p:spPr>
          <a:xfrm xmlns:a="http://schemas.openxmlformats.org/drawingml/2006/main">
            <a:off x="609600" y="46672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01  ELECTRIC TRAP</a:t>
            </a:r>
          </a:p>
        </p:txBody>
      </p:sp>
      <p:sp>
        <p:nvSpPr>
          <p:cNvPr id="10" name="开关改变危险状态">
            <a:extLst xmlns:a="http://schemas.openxmlformats.org/drawingml/2006/main">
              <a:ext uri="{FF2B5EF4-FFF2-40B4-BE49-F238E27FC236}">
                <a16:creationId xmlns:a16="http://schemas.microsoft.com/office/drawing/2014/main" id="{A730EFF6-C26E-4462-84F7-FCBD7D0506F3}"/>
              </a:ext>
            </a:extLst>
          </p:cNvPr>
          <p:cNvSpPr>
            <a:spLocks xmlns:a="http://schemas.openxmlformats.org/drawingml/2006/main" noGrp="1"/>
          </p:cNvSpPr>
          <p:nvPr/>
        </p:nvSpPr>
        <p:spPr>
          <a:xfrm xmlns:a="http://schemas.openxmlformats.org/drawingml/2006/main">
            <a:off x="609600" y="49911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开关改变危险状态</a:t>
            </a:r>
          </a:p>
        </p:txBody>
      </p:sp>
      <p:sp>
        <p:nvSpPr>
          <p:cNvPr id="11" name="开关同步控制触发区与电力效果。玩家必须确认机关状态，再穿过危">
            <a:extLst xmlns:a="http://schemas.openxmlformats.org/drawingml/2006/main">
              <a:ext uri="{FF2B5EF4-FFF2-40B4-BE49-F238E27FC236}">
                <a16:creationId xmlns:a16="http://schemas.microsoft.com/office/drawing/2014/main" id="{B40E6BB8-9623-4040-833E-A21BF9D1733C}"/>
              </a:ext>
            </a:extLst>
          </p:cNvPr>
          <p:cNvSpPr>
            <a:spLocks xmlns:a="http://schemas.openxmlformats.org/drawingml/2006/main" noGrp="1"/>
          </p:cNvSpPr>
          <p:nvPr/>
        </p:nvSpPr>
        <p:spPr>
          <a:xfrm xmlns:a="http://schemas.openxmlformats.org/drawingml/2006/main">
            <a:off x="609600" y="55435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开关同步控制触发区与电力效果。玩家必须确认机关状态，再穿过危险区域。</a:t>
            </a:r>
          </a:p>
        </p:txBody>
      </p:sp>
      <p:sp>
        <p:nvSpPr>
          <p:cNvPr id="12" name="设计作用：让交互结果可被观察">
            <a:extLst xmlns:a="http://schemas.openxmlformats.org/drawingml/2006/main">
              <a:ext uri="{FF2B5EF4-FFF2-40B4-BE49-F238E27FC236}">
                <a16:creationId xmlns:a16="http://schemas.microsoft.com/office/drawing/2014/main" id="{35E5CD2A-987B-40B8-88DA-AC34E6CE1BAA}"/>
              </a:ext>
            </a:extLst>
          </p:cNvPr>
          <p:cNvSpPr>
            <a:spLocks xmlns:a="http://schemas.openxmlformats.org/drawingml/2006/main" noGrp="1"/>
          </p:cNvSpPr>
          <p:nvPr/>
        </p:nvSpPr>
        <p:spPr>
          <a:xfrm xmlns:a="http://schemas.openxmlformats.org/drawingml/2006/main">
            <a:off x="609600" y="70866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83C5B5"/>
                </a:solidFill>
                <a:latin typeface="Microsoft YaHei"/>
                <a:ea typeface="Microsoft YaHei"/>
                <a:cs typeface="Microsoft YaHei"/>
              </a:defRPr>
            </a:defPPr>
            <a:lvl1pPr>
              <a:defRPr sz="1500" b="0">
                <a:solidFill>
                  <a:srgbClr val="83C5B5"/>
                </a:solidFill>
                <a:latin typeface="Microsoft YaHei"/>
                <a:ea typeface="Microsoft YaHei"/>
                <a:cs typeface="Microsoft YaHei"/>
              </a:defRPr>
            </a:lvl1pPr>
            <a:lvl2pPr>
              <a:defRPr sz="1500" b="0">
                <a:solidFill>
                  <a:srgbClr val="83C5B5"/>
                </a:solidFill>
                <a:latin typeface="Microsoft YaHei"/>
                <a:ea typeface="Microsoft YaHei"/>
                <a:cs typeface="Microsoft YaHei"/>
              </a:defRPr>
            </a:lvl2pPr>
            <a:lvl3pPr>
              <a:defRPr sz="1500" b="0">
                <a:solidFill>
                  <a:srgbClr val="83C5B5"/>
                </a:solidFill>
                <a:latin typeface="Microsoft YaHei"/>
                <a:ea typeface="Microsoft YaHei"/>
                <a:cs typeface="Microsoft YaHei"/>
              </a:defRPr>
            </a:lvl3pPr>
            <a:lvl4pPr>
              <a:defRPr sz="1500" b="0">
                <a:solidFill>
                  <a:srgbClr val="83C5B5"/>
                </a:solidFill>
                <a:latin typeface="Microsoft YaHei"/>
                <a:ea typeface="Microsoft YaHei"/>
                <a:cs typeface="Microsoft YaHei"/>
              </a:defRPr>
            </a:lvl4pPr>
            <a:lvl5pPr>
              <a:defRPr sz="1500" b="0">
                <a:solidFill>
                  <a:srgbClr val="83C5B5"/>
                </a:solidFill>
                <a:latin typeface="Microsoft YaHei"/>
                <a:ea typeface="Microsoft YaHei"/>
                <a:cs typeface="Microsoft YaHei"/>
              </a:defRPr>
            </a:lvl5pPr>
            <a:lvl6pPr>
              <a:defRPr sz="1500" b="0">
                <a:solidFill>
                  <a:srgbClr val="83C5B5"/>
                </a:solidFill>
                <a:latin typeface="Microsoft YaHei"/>
                <a:ea typeface="Microsoft YaHei"/>
                <a:cs typeface="Microsoft YaHei"/>
              </a:defRPr>
            </a:lvl6pPr>
            <a:lvl7pPr>
              <a:defRPr sz="1500" b="0">
                <a:solidFill>
                  <a:srgbClr val="83C5B5"/>
                </a:solidFill>
                <a:latin typeface="Microsoft YaHei"/>
                <a:ea typeface="Microsoft YaHei"/>
                <a:cs typeface="Microsoft YaHei"/>
              </a:defRPr>
            </a:lvl7pPr>
            <a:lvl8pPr>
              <a:defRPr sz="1500" b="0">
                <a:solidFill>
                  <a:srgbClr val="83C5B5"/>
                </a:solidFill>
                <a:latin typeface="Microsoft YaHei"/>
                <a:ea typeface="Microsoft YaHei"/>
                <a:cs typeface="Microsoft YaHei"/>
              </a:defRPr>
            </a:lvl8pPr>
            <a:lvl9pPr>
              <a:defRPr sz="1500" b="0">
                <a:solidFill>
                  <a:srgbClr val="83C5B5"/>
                </a:solidFill>
                <a:latin typeface="Microsoft YaHei"/>
                <a:ea typeface="Microsoft YaHei"/>
                <a:cs typeface="Microsoft YaHei"/>
              </a:defRPr>
            </a:lvl9pPr>
          </a:lstStyle>
          <a:p xmlns:a="http://schemas.openxmlformats.org/drawingml/2006/main">
            <a:pPr>
              <a:defRPr sz="1500" b="0">
                <a:solidFill>
                  <a:srgbClr val="83C5B5"/>
                </a:solidFill>
                <a:latin typeface="Microsoft YaHei"/>
                <a:ea typeface="Microsoft YaHei"/>
                <a:cs typeface="Microsoft YaHei"/>
              </a:defRPr>
            </a:pPr>
            <a:r>
              <a:rPr sz="1500" b="0">
                <a:solidFill>
                  <a:srgbClr val="83C5B5"/>
                </a:solidFill>
                <a:latin typeface="Microsoft YaHei"/>
                <a:ea typeface="Microsoft YaHei"/>
                <a:cs typeface="Microsoft YaHei"/>
              </a:rPr>
              <a:t>设计作用：让交互结果可被观察</a:t>
            </a:r>
          </a:p>
        </p:txBody>
      </p:sp>
      <p:sp>
        <p:nvSpPr>
          <p:cNvPr id="13" name="02  STEAM TRAP">
            <a:extLst xmlns:a="http://schemas.openxmlformats.org/drawingml/2006/main">
              <a:ext uri="{FF2B5EF4-FFF2-40B4-BE49-F238E27FC236}">
                <a16:creationId xmlns:a16="http://schemas.microsoft.com/office/drawing/2014/main" id="{EF648125-FE47-41C8-A4F3-586B41691256}"/>
              </a:ext>
            </a:extLst>
          </p:cNvPr>
          <p:cNvSpPr>
            <a:spLocks xmlns:a="http://schemas.openxmlformats.org/drawingml/2006/main" noGrp="1"/>
          </p:cNvSpPr>
          <p:nvPr/>
        </p:nvSpPr>
        <p:spPr>
          <a:xfrm xmlns:a="http://schemas.openxmlformats.org/drawingml/2006/main">
            <a:off x="5381625" y="46672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02  STEAM TRAP</a:t>
            </a:r>
          </a:p>
        </p:txBody>
      </p:sp>
      <p:sp>
        <p:nvSpPr>
          <p:cNvPr id="14" name="蒸汽制造视线干扰">
            <a:extLst xmlns:a="http://schemas.openxmlformats.org/drawingml/2006/main">
              <a:ext uri="{FF2B5EF4-FFF2-40B4-BE49-F238E27FC236}">
                <a16:creationId xmlns:a16="http://schemas.microsoft.com/office/drawing/2014/main" id="{86D0DF01-6145-4E16-A1E3-631C64842000}"/>
              </a:ext>
            </a:extLst>
          </p:cNvPr>
          <p:cNvSpPr>
            <a:spLocks xmlns:a="http://schemas.openxmlformats.org/drawingml/2006/main" noGrp="1"/>
          </p:cNvSpPr>
          <p:nvPr/>
        </p:nvSpPr>
        <p:spPr>
          <a:xfrm xmlns:a="http://schemas.openxmlformats.org/drawingml/2006/main">
            <a:off x="5381625" y="49911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蒸汽制造视线干扰</a:t>
            </a:r>
          </a:p>
        </p:txBody>
      </p:sp>
      <p:sp>
        <p:nvSpPr>
          <p:cNvPr id="15" name="阀门启动后经历喷发、衰减与冷却。指示灯显示剩余次数，蒸汽遮挡">
            <a:extLst xmlns:a="http://schemas.openxmlformats.org/drawingml/2006/main">
              <a:ext uri="{FF2B5EF4-FFF2-40B4-BE49-F238E27FC236}">
                <a16:creationId xmlns:a16="http://schemas.microsoft.com/office/drawing/2014/main" id="{32DA09CB-5211-4BE3-A893-DC20AB945065}"/>
              </a:ext>
            </a:extLst>
          </p:cNvPr>
          <p:cNvSpPr>
            <a:spLocks xmlns:a="http://schemas.openxmlformats.org/drawingml/2006/main" noGrp="1"/>
          </p:cNvSpPr>
          <p:nvPr/>
        </p:nvSpPr>
        <p:spPr>
          <a:xfrm xmlns:a="http://schemas.openxmlformats.org/drawingml/2006/main">
            <a:off x="5381625" y="55435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阀门启动后经历喷发、衰减与冷却。指示灯显示剩余次数，蒸汽遮挡视野并形成干扰。</a:t>
            </a:r>
          </a:p>
        </p:txBody>
      </p:sp>
      <p:sp>
        <p:nvSpPr>
          <p:cNvPr id="16" name="设计作用：提供有限次数的环境操作">
            <a:extLst xmlns:a="http://schemas.openxmlformats.org/drawingml/2006/main">
              <a:ext uri="{FF2B5EF4-FFF2-40B4-BE49-F238E27FC236}">
                <a16:creationId xmlns:a16="http://schemas.microsoft.com/office/drawing/2014/main" id="{99C45326-74E7-4681-898D-6A078DCD169B}"/>
              </a:ext>
            </a:extLst>
          </p:cNvPr>
          <p:cNvSpPr>
            <a:spLocks xmlns:a="http://schemas.openxmlformats.org/drawingml/2006/main" noGrp="1"/>
          </p:cNvSpPr>
          <p:nvPr/>
        </p:nvSpPr>
        <p:spPr>
          <a:xfrm xmlns:a="http://schemas.openxmlformats.org/drawingml/2006/main">
            <a:off x="5381625" y="70866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83C5B5"/>
                </a:solidFill>
                <a:latin typeface="Microsoft YaHei"/>
                <a:ea typeface="Microsoft YaHei"/>
                <a:cs typeface="Microsoft YaHei"/>
              </a:defRPr>
            </a:defPPr>
            <a:lvl1pPr>
              <a:defRPr sz="1500" b="0">
                <a:solidFill>
                  <a:srgbClr val="83C5B5"/>
                </a:solidFill>
                <a:latin typeface="Microsoft YaHei"/>
                <a:ea typeface="Microsoft YaHei"/>
                <a:cs typeface="Microsoft YaHei"/>
              </a:defRPr>
            </a:lvl1pPr>
            <a:lvl2pPr>
              <a:defRPr sz="1500" b="0">
                <a:solidFill>
                  <a:srgbClr val="83C5B5"/>
                </a:solidFill>
                <a:latin typeface="Microsoft YaHei"/>
                <a:ea typeface="Microsoft YaHei"/>
                <a:cs typeface="Microsoft YaHei"/>
              </a:defRPr>
            </a:lvl2pPr>
            <a:lvl3pPr>
              <a:defRPr sz="1500" b="0">
                <a:solidFill>
                  <a:srgbClr val="83C5B5"/>
                </a:solidFill>
                <a:latin typeface="Microsoft YaHei"/>
                <a:ea typeface="Microsoft YaHei"/>
                <a:cs typeface="Microsoft YaHei"/>
              </a:defRPr>
            </a:lvl3pPr>
            <a:lvl4pPr>
              <a:defRPr sz="1500" b="0">
                <a:solidFill>
                  <a:srgbClr val="83C5B5"/>
                </a:solidFill>
                <a:latin typeface="Microsoft YaHei"/>
                <a:ea typeface="Microsoft YaHei"/>
                <a:cs typeface="Microsoft YaHei"/>
              </a:defRPr>
            </a:lvl4pPr>
            <a:lvl5pPr>
              <a:defRPr sz="1500" b="0">
                <a:solidFill>
                  <a:srgbClr val="83C5B5"/>
                </a:solidFill>
                <a:latin typeface="Microsoft YaHei"/>
                <a:ea typeface="Microsoft YaHei"/>
                <a:cs typeface="Microsoft YaHei"/>
              </a:defRPr>
            </a:lvl5pPr>
            <a:lvl6pPr>
              <a:defRPr sz="1500" b="0">
                <a:solidFill>
                  <a:srgbClr val="83C5B5"/>
                </a:solidFill>
                <a:latin typeface="Microsoft YaHei"/>
                <a:ea typeface="Microsoft YaHei"/>
                <a:cs typeface="Microsoft YaHei"/>
              </a:defRPr>
            </a:lvl6pPr>
            <a:lvl7pPr>
              <a:defRPr sz="1500" b="0">
                <a:solidFill>
                  <a:srgbClr val="83C5B5"/>
                </a:solidFill>
                <a:latin typeface="Microsoft YaHei"/>
                <a:ea typeface="Microsoft YaHei"/>
                <a:cs typeface="Microsoft YaHei"/>
              </a:defRPr>
            </a:lvl7pPr>
            <a:lvl8pPr>
              <a:defRPr sz="1500" b="0">
                <a:solidFill>
                  <a:srgbClr val="83C5B5"/>
                </a:solidFill>
                <a:latin typeface="Microsoft YaHei"/>
                <a:ea typeface="Microsoft YaHei"/>
                <a:cs typeface="Microsoft YaHei"/>
              </a:defRPr>
            </a:lvl8pPr>
            <a:lvl9pPr>
              <a:defRPr sz="1500" b="0">
                <a:solidFill>
                  <a:srgbClr val="83C5B5"/>
                </a:solidFill>
                <a:latin typeface="Microsoft YaHei"/>
                <a:ea typeface="Microsoft YaHei"/>
                <a:cs typeface="Microsoft YaHei"/>
              </a:defRPr>
            </a:lvl9pPr>
          </a:lstStyle>
          <a:p xmlns:a="http://schemas.openxmlformats.org/drawingml/2006/main">
            <a:pPr>
              <a:defRPr sz="1500" b="0">
                <a:solidFill>
                  <a:srgbClr val="83C5B5"/>
                </a:solidFill>
                <a:latin typeface="Microsoft YaHei"/>
                <a:ea typeface="Microsoft YaHei"/>
                <a:cs typeface="Microsoft YaHei"/>
              </a:defRPr>
            </a:pPr>
            <a:r>
              <a:rPr sz="1500" b="0">
                <a:solidFill>
                  <a:srgbClr val="83C5B5"/>
                </a:solidFill>
                <a:latin typeface="Microsoft YaHei"/>
                <a:ea typeface="Microsoft YaHei"/>
                <a:cs typeface="Microsoft YaHei"/>
              </a:rPr>
              <a:t>设计作用：提供有限次数的环境操作</a:t>
            </a:r>
          </a:p>
        </p:txBody>
      </p:sp>
      <p:sp>
        <p:nvSpPr>
          <p:cNvPr id="17" name="03  NIGHT VISION">
            <a:extLst xmlns:a="http://schemas.openxmlformats.org/drawingml/2006/main">
              <a:ext uri="{FF2B5EF4-FFF2-40B4-BE49-F238E27FC236}">
                <a16:creationId xmlns:a16="http://schemas.microsoft.com/office/drawing/2014/main" id="{6AC1C747-878B-4540-A7E0-79B4D2EC1446}"/>
              </a:ext>
            </a:extLst>
          </p:cNvPr>
          <p:cNvSpPr>
            <a:spLocks xmlns:a="http://schemas.openxmlformats.org/drawingml/2006/main" noGrp="1"/>
          </p:cNvSpPr>
          <p:nvPr/>
        </p:nvSpPr>
        <p:spPr>
          <a:xfrm xmlns:a="http://schemas.openxmlformats.org/drawingml/2006/main">
            <a:off x="10153650" y="466725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03  NIGHT VISION</a:t>
            </a:r>
          </a:p>
        </p:txBody>
      </p:sp>
      <p:sp>
        <p:nvSpPr>
          <p:cNvPr id="18" name="短时获取额外信息">
            <a:extLst xmlns:a="http://schemas.openxmlformats.org/drawingml/2006/main">
              <a:ext uri="{FF2B5EF4-FFF2-40B4-BE49-F238E27FC236}">
                <a16:creationId xmlns:a16="http://schemas.microsoft.com/office/drawing/2014/main" id="{0748141B-0788-4523-95E7-978A7352BE1C}"/>
              </a:ext>
            </a:extLst>
          </p:cNvPr>
          <p:cNvSpPr>
            <a:spLocks xmlns:a="http://schemas.openxmlformats.org/drawingml/2006/main" noGrp="1"/>
          </p:cNvSpPr>
          <p:nvPr/>
        </p:nvSpPr>
        <p:spPr>
          <a:xfrm xmlns:a="http://schemas.openxmlformats.org/drawingml/2006/main">
            <a:off x="10153650" y="49911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短时获取额外信息</a:t>
            </a:r>
          </a:p>
        </p:txBody>
      </p:sp>
      <p:sp>
        <p:nvSpPr>
          <p:cNvPr id="19" name="夜视系统包含佩戴过渡与有限电量。玩家选择何时开启，短时间内辨">
            <a:extLst xmlns:a="http://schemas.openxmlformats.org/drawingml/2006/main">
              <a:ext uri="{FF2B5EF4-FFF2-40B4-BE49-F238E27FC236}">
                <a16:creationId xmlns:a16="http://schemas.microsoft.com/office/drawing/2014/main" id="{EA5CDFFC-8F88-4F33-83BB-3F9F954A01BD}"/>
              </a:ext>
            </a:extLst>
          </p:cNvPr>
          <p:cNvSpPr>
            <a:spLocks xmlns:a="http://schemas.openxmlformats.org/drawingml/2006/main" noGrp="1"/>
          </p:cNvSpPr>
          <p:nvPr/>
        </p:nvSpPr>
        <p:spPr>
          <a:xfrm xmlns:a="http://schemas.openxmlformats.org/drawingml/2006/main">
            <a:off x="10153650" y="55435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夜视系统包含佩戴过渡与有限电量。玩家选择何时开启，短时间内辨认黑暗中的环境和威胁。</a:t>
            </a:r>
          </a:p>
        </p:txBody>
      </p:sp>
      <p:sp>
        <p:nvSpPr>
          <p:cNvPr id="20" name="配图：普通视野下的关卡环境">
            <a:extLst xmlns:a="http://schemas.openxmlformats.org/drawingml/2006/main">
              <a:ext uri="{FF2B5EF4-FFF2-40B4-BE49-F238E27FC236}">
                <a16:creationId xmlns:a16="http://schemas.microsoft.com/office/drawing/2014/main" id="{28E3E2D2-0AFF-4141-BD29-6F127CCE6B98}"/>
              </a:ext>
            </a:extLst>
          </p:cNvPr>
          <p:cNvSpPr>
            <a:spLocks xmlns:a="http://schemas.openxmlformats.org/drawingml/2006/main" noGrp="1"/>
          </p:cNvSpPr>
          <p:nvPr/>
        </p:nvSpPr>
        <p:spPr>
          <a:xfrm xmlns:a="http://schemas.openxmlformats.org/drawingml/2006/main">
            <a:off x="10153650" y="70866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83C5B5"/>
                </a:solidFill>
                <a:latin typeface="Microsoft YaHei"/>
                <a:ea typeface="Microsoft YaHei"/>
                <a:cs typeface="Microsoft YaHei"/>
              </a:defRPr>
            </a:defPPr>
            <a:lvl1pPr>
              <a:defRPr sz="1500" b="0">
                <a:solidFill>
                  <a:srgbClr val="83C5B5"/>
                </a:solidFill>
                <a:latin typeface="Microsoft YaHei"/>
                <a:ea typeface="Microsoft YaHei"/>
                <a:cs typeface="Microsoft YaHei"/>
              </a:defRPr>
            </a:lvl1pPr>
            <a:lvl2pPr>
              <a:defRPr sz="1500" b="0">
                <a:solidFill>
                  <a:srgbClr val="83C5B5"/>
                </a:solidFill>
                <a:latin typeface="Microsoft YaHei"/>
                <a:ea typeface="Microsoft YaHei"/>
                <a:cs typeface="Microsoft YaHei"/>
              </a:defRPr>
            </a:lvl2pPr>
            <a:lvl3pPr>
              <a:defRPr sz="1500" b="0">
                <a:solidFill>
                  <a:srgbClr val="83C5B5"/>
                </a:solidFill>
                <a:latin typeface="Microsoft YaHei"/>
                <a:ea typeface="Microsoft YaHei"/>
                <a:cs typeface="Microsoft YaHei"/>
              </a:defRPr>
            </a:lvl3pPr>
            <a:lvl4pPr>
              <a:defRPr sz="1500" b="0">
                <a:solidFill>
                  <a:srgbClr val="83C5B5"/>
                </a:solidFill>
                <a:latin typeface="Microsoft YaHei"/>
                <a:ea typeface="Microsoft YaHei"/>
                <a:cs typeface="Microsoft YaHei"/>
              </a:defRPr>
            </a:lvl4pPr>
            <a:lvl5pPr>
              <a:defRPr sz="1500" b="0">
                <a:solidFill>
                  <a:srgbClr val="83C5B5"/>
                </a:solidFill>
                <a:latin typeface="Microsoft YaHei"/>
                <a:ea typeface="Microsoft YaHei"/>
                <a:cs typeface="Microsoft YaHei"/>
              </a:defRPr>
            </a:lvl5pPr>
            <a:lvl6pPr>
              <a:defRPr sz="1500" b="0">
                <a:solidFill>
                  <a:srgbClr val="83C5B5"/>
                </a:solidFill>
                <a:latin typeface="Microsoft YaHei"/>
                <a:ea typeface="Microsoft YaHei"/>
                <a:cs typeface="Microsoft YaHei"/>
              </a:defRPr>
            </a:lvl6pPr>
            <a:lvl7pPr>
              <a:defRPr sz="1500" b="0">
                <a:solidFill>
                  <a:srgbClr val="83C5B5"/>
                </a:solidFill>
                <a:latin typeface="Microsoft YaHei"/>
                <a:ea typeface="Microsoft YaHei"/>
                <a:cs typeface="Microsoft YaHei"/>
              </a:defRPr>
            </a:lvl7pPr>
            <a:lvl8pPr>
              <a:defRPr sz="1500" b="0">
                <a:solidFill>
                  <a:srgbClr val="83C5B5"/>
                </a:solidFill>
                <a:latin typeface="Microsoft YaHei"/>
                <a:ea typeface="Microsoft YaHei"/>
                <a:cs typeface="Microsoft YaHei"/>
              </a:defRPr>
            </a:lvl8pPr>
            <a:lvl9pPr>
              <a:defRPr sz="1500" b="0">
                <a:solidFill>
                  <a:srgbClr val="83C5B5"/>
                </a:solidFill>
                <a:latin typeface="Microsoft YaHei"/>
                <a:ea typeface="Microsoft YaHei"/>
                <a:cs typeface="Microsoft YaHei"/>
              </a:defRPr>
            </a:lvl9pPr>
          </a:lstStyle>
          <a:p xmlns:a="http://schemas.openxmlformats.org/drawingml/2006/main">
            <a:pPr>
              <a:defRPr sz="1500" b="0">
                <a:solidFill>
                  <a:srgbClr val="83C5B5"/>
                </a:solidFill>
                <a:latin typeface="Microsoft YaHei"/>
                <a:ea typeface="Microsoft YaHei"/>
                <a:cs typeface="Microsoft YaHei"/>
              </a:defRPr>
            </a:pPr>
            <a:r>
              <a:rPr sz="1500" b="0">
                <a:solidFill>
                  <a:srgbClr val="83C5B5"/>
                </a:solidFill>
                <a:latin typeface="Microsoft YaHei"/>
                <a:ea typeface="Microsoft YaHei"/>
                <a:cs typeface="Microsoft YaHei"/>
              </a:rPr>
              <a:t>配图：普通视野下的关卡环境</a:t>
            </a:r>
          </a:p>
        </p:txBody>
      </p:sp>
    </p:spTree>
    <p:extLst>
      <p:ext uri="{BB962C8B-B14F-4D97-AF65-F5344CB8AC3E}">
        <p14:creationId xmlns:p14="http://schemas.microsoft.com/office/powerpoint/2010/main" val="1575969991"/>
      </p:ext>
    </p:extLst>
  </p:cSld>
</p:sld>
</file>

<file path=ppt/slides/slide4.xml><?xml version="1.0" encoding="utf-8"?>
<p:sld xmlns:p="http://schemas.openxmlformats.org/presentationml/2006/main">
  <p:cSld>
    <p:bg>
      <p:bgPr>
        <a:solidFill xmlns:a="http://schemas.openxmlformats.org/drawingml/2006/main">
          <a:srgbClr val="080D0F"/>
        </a:solidFill>
      </p:bgPr>
    </p:bg>
    <p:spTree>
      <p:nvGrpSpPr>
        <p:cNvPr id="1" name=""/>
        <p:cNvGrpSpPr/>
        <p:nvPr/>
      </p:nvGrpSpPr>
      <p:grpSpPr>
        <a:xfrm xmlns:a="http://schemas.openxmlformats.org/drawingml/2006/main"/>
      </p:grpSpPr>
      <p:sp>
        <p:nvSpPr>
          <p:cNvPr id="21" name="ENEMY BEHAVIOR">
            <a:extLst xmlns:a="http://schemas.openxmlformats.org/drawingml/2006/main">
              <a:ext uri="{FF2B5EF4-FFF2-40B4-BE49-F238E27FC236}">
                <a16:creationId xmlns:a16="http://schemas.microsoft.com/office/drawing/2014/main" id="{B74D513C-75F8-4220-939C-304AE9C973EA}"/>
              </a:ext>
            </a:extLst>
          </p:cNvPr>
          <p:cNvSpPr>
            <a:spLocks xmlns:a="http://schemas.openxmlformats.org/drawingml/2006/main" noGrp="1"/>
          </p:cNvSpPr>
          <p:nvPr/>
        </p:nvSpPr>
        <p:spPr>
          <a:xfrm xmlns:a="http://schemas.openxmlformats.org/drawingml/2006/main">
            <a:off x="609600" y="4191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ECEEE9"/>
                </a:solidFill>
                <a:latin typeface="Bahnschrift"/>
                <a:ea typeface="Bahnschrift"/>
                <a:cs typeface="Bahnschrift"/>
              </a:defRPr>
            </a:defPPr>
            <a:lvl1pPr>
              <a:defRPr sz="3150" b="1">
                <a:solidFill>
                  <a:srgbClr val="ECEEE9"/>
                </a:solidFill>
                <a:latin typeface="Bahnschrift"/>
                <a:ea typeface="Bahnschrift"/>
                <a:cs typeface="Bahnschrift"/>
              </a:defRPr>
            </a:lvl1pPr>
            <a:lvl2pPr>
              <a:defRPr sz="3150" b="1">
                <a:solidFill>
                  <a:srgbClr val="ECEEE9"/>
                </a:solidFill>
                <a:latin typeface="Bahnschrift"/>
                <a:ea typeface="Bahnschrift"/>
                <a:cs typeface="Bahnschrift"/>
              </a:defRPr>
            </a:lvl2pPr>
            <a:lvl3pPr>
              <a:defRPr sz="3150" b="1">
                <a:solidFill>
                  <a:srgbClr val="ECEEE9"/>
                </a:solidFill>
                <a:latin typeface="Bahnschrift"/>
                <a:ea typeface="Bahnschrift"/>
                <a:cs typeface="Bahnschrift"/>
              </a:defRPr>
            </a:lvl3pPr>
            <a:lvl4pPr>
              <a:defRPr sz="3150" b="1">
                <a:solidFill>
                  <a:srgbClr val="ECEEE9"/>
                </a:solidFill>
                <a:latin typeface="Bahnschrift"/>
                <a:ea typeface="Bahnschrift"/>
                <a:cs typeface="Bahnschrift"/>
              </a:defRPr>
            </a:lvl4pPr>
            <a:lvl5pPr>
              <a:defRPr sz="3150" b="1">
                <a:solidFill>
                  <a:srgbClr val="ECEEE9"/>
                </a:solidFill>
                <a:latin typeface="Bahnschrift"/>
                <a:ea typeface="Bahnschrift"/>
                <a:cs typeface="Bahnschrift"/>
              </a:defRPr>
            </a:lvl5pPr>
            <a:lvl6pPr>
              <a:defRPr sz="3150" b="1">
                <a:solidFill>
                  <a:srgbClr val="ECEEE9"/>
                </a:solidFill>
                <a:latin typeface="Bahnschrift"/>
                <a:ea typeface="Bahnschrift"/>
                <a:cs typeface="Bahnschrift"/>
              </a:defRPr>
            </a:lvl6pPr>
            <a:lvl7pPr>
              <a:defRPr sz="3150" b="1">
                <a:solidFill>
                  <a:srgbClr val="ECEEE9"/>
                </a:solidFill>
                <a:latin typeface="Bahnschrift"/>
                <a:ea typeface="Bahnschrift"/>
                <a:cs typeface="Bahnschrift"/>
              </a:defRPr>
            </a:lvl7pPr>
            <a:lvl8pPr>
              <a:defRPr sz="3150" b="1">
                <a:solidFill>
                  <a:srgbClr val="ECEEE9"/>
                </a:solidFill>
                <a:latin typeface="Bahnschrift"/>
                <a:ea typeface="Bahnschrift"/>
                <a:cs typeface="Bahnschrift"/>
              </a:defRPr>
            </a:lvl8pPr>
            <a:lvl9pPr>
              <a:defRPr sz="3150" b="1">
                <a:solidFill>
                  <a:srgbClr val="ECEEE9"/>
                </a:solidFill>
                <a:latin typeface="Bahnschrift"/>
                <a:ea typeface="Bahnschrift"/>
                <a:cs typeface="Bahnschrift"/>
              </a:defRPr>
            </a:lvl9pPr>
          </a:lstStyle>
          <a:p xmlns:a="http://schemas.openxmlformats.org/drawingml/2006/main">
            <a:pPr>
              <a:defRPr sz="3150" b="1">
                <a:solidFill>
                  <a:srgbClr val="ECEEE9"/>
                </a:solidFill>
                <a:latin typeface="Bahnschrift"/>
                <a:ea typeface="Bahnschrift"/>
                <a:cs typeface="Bahnschrift"/>
              </a:defRPr>
            </a:pPr>
            <a:r>
              <a:rPr sz="3150" b="1">
                <a:solidFill>
                  <a:srgbClr val="ECEEE9"/>
                </a:solidFill>
                <a:latin typeface="Bahnschrift"/>
                <a:ea typeface="Bahnschrift"/>
                <a:cs typeface="Bahnschrift"/>
              </a:rPr>
              <a:t>ENEMY BEHAVIOR</a:t>
            </a:r>
          </a:p>
        </p:txBody>
      </p:sp>
      <p:sp>
        <p:nvSpPr>
          <p:cNvPr id="2" name="Tomb Soul：追击与丢失目标后的搜索">
            <a:extLst xmlns:a="http://schemas.openxmlformats.org/drawingml/2006/main">
              <a:ext uri="{FF2B5EF4-FFF2-40B4-BE49-F238E27FC236}">
                <a16:creationId xmlns:a16="http://schemas.microsoft.com/office/drawing/2014/main" id="{30FF8674-6134-436C-8C6F-BE685DF91F95}"/>
              </a:ext>
            </a:extLst>
          </p:cNvPr>
          <p:cNvSpPr>
            <a:spLocks xmlns:a="http://schemas.openxmlformats.org/drawingml/2006/main" noGrp="1"/>
          </p:cNvSpPr>
          <p:nvPr/>
        </p:nvSpPr>
        <p:spPr>
          <a:xfrm xmlns:a="http://schemas.openxmlformats.org/drawingml/2006/main">
            <a:off x="609600" y="1019175"/>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C5B5"/>
                </a:solidFill>
                <a:latin typeface="Microsoft YaHei"/>
                <a:ea typeface="Microsoft YaHei"/>
                <a:cs typeface="Microsoft YaHei"/>
              </a:defRPr>
            </a:defPPr>
            <a:lvl1pPr>
              <a:defRPr sz="2400" b="1">
                <a:solidFill>
                  <a:srgbClr val="83C5B5"/>
                </a:solidFill>
                <a:latin typeface="Microsoft YaHei"/>
                <a:ea typeface="Microsoft YaHei"/>
                <a:cs typeface="Microsoft YaHei"/>
              </a:defRPr>
            </a:lvl1pPr>
            <a:lvl2pPr>
              <a:defRPr sz="2400" b="1">
                <a:solidFill>
                  <a:srgbClr val="83C5B5"/>
                </a:solidFill>
                <a:latin typeface="Microsoft YaHei"/>
                <a:ea typeface="Microsoft YaHei"/>
                <a:cs typeface="Microsoft YaHei"/>
              </a:defRPr>
            </a:lvl2pPr>
            <a:lvl3pPr>
              <a:defRPr sz="2400" b="1">
                <a:solidFill>
                  <a:srgbClr val="83C5B5"/>
                </a:solidFill>
                <a:latin typeface="Microsoft YaHei"/>
                <a:ea typeface="Microsoft YaHei"/>
                <a:cs typeface="Microsoft YaHei"/>
              </a:defRPr>
            </a:lvl3pPr>
            <a:lvl4pPr>
              <a:defRPr sz="2400" b="1">
                <a:solidFill>
                  <a:srgbClr val="83C5B5"/>
                </a:solidFill>
                <a:latin typeface="Microsoft YaHei"/>
                <a:ea typeface="Microsoft YaHei"/>
                <a:cs typeface="Microsoft YaHei"/>
              </a:defRPr>
            </a:lvl4pPr>
            <a:lvl5pPr>
              <a:defRPr sz="2400" b="1">
                <a:solidFill>
                  <a:srgbClr val="83C5B5"/>
                </a:solidFill>
                <a:latin typeface="Microsoft YaHei"/>
                <a:ea typeface="Microsoft YaHei"/>
                <a:cs typeface="Microsoft YaHei"/>
              </a:defRPr>
            </a:lvl5pPr>
            <a:lvl6pPr>
              <a:defRPr sz="2400" b="1">
                <a:solidFill>
                  <a:srgbClr val="83C5B5"/>
                </a:solidFill>
                <a:latin typeface="Microsoft YaHei"/>
                <a:ea typeface="Microsoft YaHei"/>
                <a:cs typeface="Microsoft YaHei"/>
              </a:defRPr>
            </a:lvl6pPr>
            <a:lvl7pPr>
              <a:defRPr sz="2400" b="1">
                <a:solidFill>
                  <a:srgbClr val="83C5B5"/>
                </a:solidFill>
                <a:latin typeface="Microsoft YaHei"/>
                <a:ea typeface="Microsoft YaHei"/>
                <a:cs typeface="Microsoft YaHei"/>
              </a:defRPr>
            </a:lvl7pPr>
            <a:lvl8pPr>
              <a:defRPr sz="2400" b="1">
                <a:solidFill>
                  <a:srgbClr val="83C5B5"/>
                </a:solidFill>
                <a:latin typeface="Microsoft YaHei"/>
                <a:ea typeface="Microsoft YaHei"/>
                <a:cs typeface="Microsoft YaHei"/>
              </a:defRPr>
            </a:lvl8pPr>
            <a:lvl9pPr>
              <a:defRPr sz="2400" b="1">
                <a:solidFill>
                  <a:srgbClr val="83C5B5"/>
                </a:solidFill>
                <a:latin typeface="Microsoft YaHei"/>
                <a:ea typeface="Microsoft YaHei"/>
                <a:cs typeface="Microsoft YaHei"/>
              </a:defRPr>
            </a:lvl9pPr>
          </a:lstStyle>
          <a:p xmlns:a="http://schemas.openxmlformats.org/drawingml/2006/main">
            <a:pPr>
              <a:defRPr sz="2400" b="1">
                <a:solidFill>
                  <a:srgbClr val="83C5B5"/>
                </a:solidFill>
                <a:latin typeface="Microsoft YaHei"/>
                <a:ea typeface="Microsoft YaHei"/>
                <a:cs typeface="Microsoft YaHei"/>
              </a:defRPr>
            </a:pPr>
            <a:r>
              <a:rPr sz="2400" b="1">
                <a:solidFill>
                  <a:srgbClr val="83C5B5"/>
                </a:solidFill>
                <a:latin typeface="Microsoft YaHei"/>
                <a:ea typeface="Microsoft YaHei"/>
                <a:cs typeface="Microsoft YaHei"/>
              </a:rPr>
              <a:t>Tomb Soul：追击与丢失目标后的搜索</a:t>
            </a:r>
          </a:p>
        </p:txBody>
      </p:sp>
      <p:sp>
        <p:nvSpPr>
          <p:cNvPr id="3" name="">
            <a:extLst xmlns:a="http://schemas.openxmlformats.org/drawingml/2006/main">
              <a:ext uri="{FF2B5EF4-FFF2-40B4-BE49-F238E27FC236}">
                <a16:creationId xmlns:a16="http://schemas.microsoft.com/office/drawing/2014/main" id="{78E069C4-231C-442E-AF62-62CF966B6E13}"/>
              </a:ext>
            </a:extLst>
          </p:cNvPr>
          <p:cNvSpPr>
            <a:spLocks xmlns:a="http://schemas.openxmlformats.org/drawingml/2006/main" noGrp="1"/>
          </p:cNvSpPr>
          <p:nvPr/>
        </p:nvSpPr>
        <p:spPr>
          <a:xfrm xmlns:a="http://schemas.openxmlformats.org/drawingml/2006/main">
            <a:off x="609600" y="1543050"/>
            <a:ext cx="14020800" cy="19050"/>
          </a:xfrm>
          <a:prstGeom xmlns:a="http://schemas.openxmlformats.org/drawingml/2006/main" prst="rect">
            <a:avLst/>
          </a:prstGeom>
          <a:solidFill xmlns:a="http://schemas.openxmlformats.org/drawingml/2006/main">
            <a:srgbClr val="A9433B"/>
          </a:solidFill>
          <a:ln xmlns:a="http://schemas.openxmlformats.org/drawingml/2006/main" w="0">
            <a:noFill/>
          </a:ln>
        </p:spPr>
      </p:sp>
      <p:sp>
        <p:nvSpPr>
          <p:cNvPr id="4" name="BURIED ECHOES   /   JUNYU JIN">
            <a:extLst xmlns:a="http://schemas.openxmlformats.org/drawingml/2006/main">
              <a:ext uri="{FF2B5EF4-FFF2-40B4-BE49-F238E27FC236}">
                <a16:creationId xmlns:a16="http://schemas.microsoft.com/office/drawing/2014/main" id="{4080264B-518C-42C9-A7A5-19285A8D0E43}"/>
              </a:ext>
            </a:extLst>
          </p:cNvPr>
          <p:cNvSpPr>
            <a:spLocks xmlns:a="http://schemas.openxmlformats.org/drawingml/2006/main" noGrp="1"/>
          </p:cNvSpPr>
          <p:nvPr/>
        </p:nvSpPr>
        <p:spPr>
          <a:xfrm xmlns:a="http://schemas.openxmlformats.org/drawingml/2006/main">
            <a:off x="609600" y="82200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4AFAC"/>
                </a:solidFill>
                <a:latin typeface="Bahnschrift"/>
                <a:ea typeface="Bahnschrift"/>
                <a:cs typeface="Bahnschrift"/>
              </a:defRPr>
            </a:defPPr>
            <a:lvl1pPr>
              <a:defRPr sz="1125" b="0">
                <a:solidFill>
                  <a:srgbClr val="A4AFAC"/>
                </a:solidFill>
                <a:latin typeface="Bahnschrift"/>
                <a:ea typeface="Bahnschrift"/>
                <a:cs typeface="Bahnschrift"/>
              </a:defRPr>
            </a:lvl1pPr>
            <a:lvl2pPr>
              <a:defRPr sz="1125" b="0">
                <a:solidFill>
                  <a:srgbClr val="A4AFAC"/>
                </a:solidFill>
                <a:latin typeface="Bahnschrift"/>
                <a:ea typeface="Bahnschrift"/>
                <a:cs typeface="Bahnschrift"/>
              </a:defRPr>
            </a:lvl2pPr>
            <a:lvl3pPr>
              <a:defRPr sz="1125" b="0">
                <a:solidFill>
                  <a:srgbClr val="A4AFAC"/>
                </a:solidFill>
                <a:latin typeface="Bahnschrift"/>
                <a:ea typeface="Bahnschrift"/>
                <a:cs typeface="Bahnschrift"/>
              </a:defRPr>
            </a:lvl3pPr>
            <a:lvl4pPr>
              <a:defRPr sz="1125" b="0">
                <a:solidFill>
                  <a:srgbClr val="A4AFAC"/>
                </a:solidFill>
                <a:latin typeface="Bahnschrift"/>
                <a:ea typeface="Bahnschrift"/>
                <a:cs typeface="Bahnschrift"/>
              </a:defRPr>
            </a:lvl4pPr>
            <a:lvl5pPr>
              <a:defRPr sz="1125" b="0">
                <a:solidFill>
                  <a:srgbClr val="A4AFAC"/>
                </a:solidFill>
                <a:latin typeface="Bahnschrift"/>
                <a:ea typeface="Bahnschrift"/>
                <a:cs typeface="Bahnschrift"/>
              </a:defRPr>
            </a:lvl5pPr>
            <a:lvl6pPr>
              <a:defRPr sz="1125" b="0">
                <a:solidFill>
                  <a:srgbClr val="A4AFAC"/>
                </a:solidFill>
                <a:latin typeface="Bahnschrift"/>
                <a:ea typeface="Bahnschrift"/>
                <a:cs typeface="Bahnschrift"/>
              </a:defRPr>
            </a:lvl6pPr>
            <a:lvl7pPr>
              <a:defRPr sz="1125" b="0">
                <a:solidFill>
                  <a:srgbClr val="A4AFAC"/>
                </a:solidFill>
                <a:latin typeface="Bahnschrift"/>
                <a:ea typeface="Bahnschrift"/>
                <a:cs typeface="Bahnschrift"/>
              </a:defRPr>
            </a:lvl7pPr>
            <a:lvl8pPr>
              <a:defRPr sz="1125" b="0">
                <a:solidFill>
                  <a:srgbClr val="A4AFAC"/>
                </a:solidFill>
                <a:latin typeface="Bahnschrift"/>
                <a:ea typeface="Bahnschrift"/>
                <a:cs typeface="Bahnschrift"/>
              </a:defRPr>
            </a:lvl8pPr>
            <a:lvl9pPr>
              <a:defRPr sz="1125" b="0">
                <a:solidFill>
                  <a:srgbClr val="A4AFAC"/>
                </a:solidFill>
                <a:latin typeface="Bahnschrift"/>
                <a:ea typeface="Bahnschrift"/>
                <a:cs typeface="Bahnschrift"/>
              </a:defRPr>
            </a:lvl9pPr>
          </a:lstStyle>
          <a:p xmlns:a="http://schemas.openxmlformats.org/drawingml/2006/main">
            <a:pPr>
              <a:defRPr sz="1125" b="0">
                <a:solidFill>
                  <a:srgbClr val="A4AFAC"/>
                </a:solidFill>
                <a:latin typeface="Bahnschrift"/>
                <a:ea typeface="Bahnschrift"/>
                <a:cs typeface="Bahnschrift"/>
              </a:defRPr>
            </a:pPr>
            <a:r>
              <a:rPr sz="1125" b="0">
                <a:solidFill>
                  <a:srgbClr val="A4AFAC"/>
                </a:solidFill>
                <a:latin typeface="Bahnschrift"/>
                <a:ea typeface="Bahnschrift"/>
                <a:cs typeface="Bahnschrift"/>
              </a:rPr>
              <a:t>BURIED ECHOES   /   JUNYU JIN</a:t>
            </a:r>
          </a:p>
        </p:txBody>
      </p:sp>
      <p:sp>
        <p:nvSpPr>
          <p:cNvPr id="5" name="04 / 06">
            <a:extLst xmlns:a="http://schemas.openxmlformats.org/drawingml/2006/main">
              <a:ext uri="{FF2B5EF4-FFF2-40B4-BE49-F238E27FC236}">
                <a16:creationId xmlns:a16="http://schemas.microsoft.com/office/drawing/2014/main" id="{DC8767CB-C8F1-48E5-9615-EBD7695D634D}"/>
              </a:ext>
            </a:extLst>
          </p:cNvPr>
          <p:cNvSpPr>
            <a:spLocks xmlns:a="http://schemas.openxmlformats.org/drawingml/2006/main" noGrp="1"/>
          </p:cNvSpPr>
          <p:nvPr/>
        </p:nvSpPr>
        <p:spPr>
          <a:xfrm xmlns:a="http://schemas.openxmlformats.org/drawingml/2006/main">
            <a:off x="13639800" y="819150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A4AFAC"/>
                </a:solidFill>
                <a:latin typeface="Bahnschrift"/>
                <a:ea typeface="Bahnschrift"/>
                <a:cs typeface="Bahnschrift"/>
              </a:defRPr>
            </a:defPPr>
            <a:lvl1pPr>
              <a:defRPr sz="1425" b="0">
                <a:solidFill>
                  <a:srgbClr val="A4AFAC"/>
                </a:solidFill>
                <a:latin typeface="Bahnschrift"/>
                <a:ea typeface="Bahnschrift"/>
                <a:cs typeface="Bahnschrift"/>
              </a:defRPr>
            </a:lvl1pPr>
            <a:lvl2pPr>
              <a:defRPr sz="1425" b="0">
                <a:solidFill>
                  <a:srgbClr val="A4AFAC"/>
                </a:solidFill>
                <a:latin typeface="Bahnschrift"/>
                <a:ea typeface="Bahnschrift"/>
                <a:cs typeface="Bahnschrift"/>
              </a:defRPr>
            </a:lvl2pPr>
            <a:lvl3pPr>
              <a:defRPr sz="1425" b="0">
                <a:solidFill>
                  <a:srgbClr val="A4AFAC"/>
                </a:solidFill>
                <a:latin typeface="Bahnschrift"/>
                <a:ea typeface="Bahnschrift"/>
                <a:cs typeface="Bahnschrift"/>
              </a:defRPr>
            </a:lvl3pPr>
            <a:lvl4pPr>
              <a:defRPr sz="1425" b="0">
                <a:solidFill>
                  <a:srgbClr val="A4AFAC"/>
                </a:solidFill>
                <a:latin typeface="Bahnschrift"/>
                <a:ea typeface="Bahnschrift"/>
                <a:cs typeface="Bahnschrift"/>
              </a:defRPr>
            </a:lvl4pPr>
            <a:lvl5pPr>
              <a:defRPr sz="1425" b="0">
                <a:solidFill>
                  <a:srgbClr val="A4AFAC"/>
                </a:solidFill>
                <a:latin typeface="Bahnschrift"/>
                <a:ea typeface="Bahnschrift"/>
                <a:cs typeface="Bahnschrift"/>
              </a:defRPr>
            </a:lvl5pPr>
            <a:lvl6pPr>
              <a:defRPr sz="1425" b="0">
                <a:solidFill>
                  <a:srgbClr val="A4AFAC"/>
                </a:solidFill>
                <a:latin typeface="Bahnschrift"/>
                <a:ea typeface="Bahnschrift"/>
                <a:cs typeface="Bahnschrift"/>
              </a:defRPr>
            </a:lvl6pPr>
            <a:lvl7pPr>
              <a:defRPr sz="1425" b="0">
                <a:solidFill>
                  <a:srgbClr val="A4AFAC"/>
                </a:solidFill>
                <a:latin typeface="Bahnschrift"/>
                <a:ea typeface="Bahnschrift"/>
                <a:cs typeface="Bahnschrift"/>
              </a:defRPr>
            </a:lvl7pPr>
            <a:lvl8pPr>
              <a:defRPr sz="1425" b="0">
                <a:solidFill>
                  <a:srgbClr val="A4AFAC"/>
                </a:solidFill>
                <a:latin typeface="Bahnschrift"/>
                <a:ea typeface="Bahnschrift"/>
                <a:cs typeface="Bahnschrift"/>
              </a:defRPr>
            </a:lvl8pPr>
            <a:lvl9pPr>
              <a:defRPr sz="1425" b="0">
                <a:solidFill>
                  <a:srgbClr val="A4AFAC"/>
                </a:solidFill>
                <a:latin typeface="Bahnschrift"/>
                <a:ea typeface="Bahnschrift"/>
                <a:cs typeface="Bahnschrift"/>
              </a:defRPr>
            </a:lvl9pPr>
          </a:lstStyle>
          <a:p xmlns:a="http://schemas.openxmlformats.org/drawingml/2006/main">
            <a:pPr>
              <a:defRPr sz="1425" b="0">
                <a:solidFill>
                  <a:srgbClr val="A4AFAC"/>
                </a:solidFill>
                <a:latin typeface="Bahnschrift"/>
                <a:ea typeface="Bahnschrift"/>
                <a:cs typeface="Bahnschrift"/>
              </a:defRPr>
            </a:pPr>
            <a:r>
              <a:rPr sz="1425" b="0">
                <a:solidFill>
                  <a:srgbClr val="A4AFAC"/>
                </a:solidFill>
                <a:latin typeface="Bahnschrift"/>
                <a:ea typeface="Bahnschrift"/>
                <a:cs typeface="Bahnschrift"/>
              </a:rPr>
              <a:t>04 / 06</a:t>
            </a:r>
          </a:p>
        </p:txBody>
      </p:sp>
      <p:pic>
        <p:nvPicPr>
          <p:cNvPr id="6" name="">
            <a:extLst xmlns:a="http://schemas.openxmlformats.org/drawingml/2006/main">
              <a:ext uri="{FF2B5EF4-FFF2-40B4-BE49-F238E27FC236}">
                <a16:creationId xmlns:a16="http://schemas.microsoft.com/office/drawing/2014/main" id="{5F3EF8F4-C437-4A93-8445-E65E1231E77C}"/>
              </a:ext>
            </a:extLst>
          </p:cNvPr>
          <p:cNvPicPr>
            <a:picLocks xmlns:a="http://schemas.openxmlformats.org/drawingml/2006/main" noChangeAspect="1"/>
          </p:cNvPicPr>
          <p:nvPr/>
        </p:nvPicPr>
        <p:blipFill>
          <a:blip xmlns:r="http://schemas.openxmlformats.org/officeDocument/2006/relationships" xmlns:a="http://schemas.openxmlformats.org/drawingml/2006/main" r:embed="R2d04c68888f24276"/>
          <a:srcRect xmlns:a="http://schemas.openxmlformats.org/drawingml/2006/main" l="28000" t="6000" r="28000" b="6000"/>
          <a:stretch xmlns:a="http://schemas.openxmlformats.org/drawingml/2006/main"/>
        </p:blipFill>
        <p:spPr>
          <a:xfrm xmlns:a="http://schemas.openxmlformats.org/drawingml/2006/main">
            <a:off x="5238750" y="1809750"/>
            <a:ext cx="4095750" cy="56673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FDCE0EF-B1BE-4CDC-9B95-E89D445CD2EF}"/>
              </a:ext>
            </a:extLst>
          </p:cNvPr>
          <p:cNvPicPr>
            <a:picLocks xmlns:a="http://schemas.openxmlformats.org/drawingml/2006/main" noChangeAspect="1"/>
          </p:cNvPicPr>
          <p:nvPr/>
        </p:nvPicPr>
        <p:blipFill>
          <a:blip xmlns:r="http://schemas.openxmlformats.org/officeDocument/2006/relationships" xmlns:a="http://schemas.openxmlformats.org/drawingml/2006/main" r:embed="R3c9c048737b149ac"/>
          <a:srcRect xmlns:a="http://schemas.openxmlformats.org/drawingml/2006/main" l="26000" t="34000" r="26000" b="33000"/>
          <a:stretch xmlns:a="http://schemas.openxmlformats.org/drawingml/2006/main"/>
        </p:blipFill>
        <p:spPr>
          <a:xfrm xmlns:a="http://schemas.openxmlformats.org/drawingml/2006/main">
            <a:off x="9763125" y="1809750"/>
            <a:ext cx="4857750" cy="2952750"/>
          </a:xfrm>
          <a:prstGeom xmlns:a="http://schemas.openxmlformats.org/drawingml/2006/main" prst="rect">
            <a:avLst/>
          </a:prstGeom>
        </p:spPr>
      </p:pic>
      <p:sp>
        <p:nvSpPr>
          <p:cNvPr id="8" name="01  IDLE">
            <a:extLst xmlns:a="http://schemas.openxmlformats.org/drawingml/2006/main">
              <a:ext uri="{FF2B5EF4-FFF2-40B4-BE49-F238E27FC236}">
                <a16:creationId xmlns:a16="http://schemas.microsoft.com/office/drawing/2014/main" id="{2A674868-BD15-46D6-9254-AF1D969E2F87}"/>
              </a:ext>
            </a:extLst>
          </p:cNvPr>
          <p:cNvSpPr>
            <a:spLocks xmlns:a="http://schemas.openxmlformats.org/drawingml/2006/main" noGrp="1"/>
          </p:cNvSpPr>
          <p:nvPr/>
        </p:nvSpPr>
        <p:spPr>
          <a:xfrm xmlns:a="http://schemas.openxmlformats.org/drawingml/2006/main">
            <a:off x="609600" y="18764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01  IDLE</a:t>
            </a:r>
          </a:p>
        </p:txBody>
      </p:sp>
      <p:sp>
        <p:nvSpPr>
          <p:cNvPr id="9" name="等待目标进入视野">
            <a:extLst xmlns:a="http://schemas.openxmlformats.org/drawingml/2006/main">
              <a:ext uri="{FF2B5EF4-FFF2-40B4-BE49-F238E27FC236}">
                <a16:creationId xmlns:a16="http://schemas.microsoft.com/office/drawing/2014/main" id="{0A0E93E2-C9AB-46FD-9BC3-001F5264208C}"/>
              </a:ext>
            </a:extLst>
          </p:cNvPr>
          <p:cNvSpPr>
            <a:spLocks xmlns:a="http://schemas.openxmlformats.org/drawingml/2006/main" noGrp="1"/>
          </p:cNvSpPr>
          <p:nvPr/>
        </p:nvSpPr>
        <p:spPr>
          <a:xfrm xmlns:a="http://schemas.openxmlformats.org/drawingml/2006/main">
            <a:off x="609600" y="22002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等待目标进入视野</a:t>
            </a:r>
          </a:p>
        </p:txBody>
      </p:sp>
      <p:sp>
        <p:nvSpPr>
          <p:cNvPr id="10" name="没有有效目标时保持待机，播放静止动作，为玩家保留观察空隙。">
            <a:extLst xmlns:a="http://schemas.openxmlformats.org/drawingml/2006/main">
              <a:ext uri="{FF2B5EF4-FFF2-40B4-BE49-F238E27FC236}">
                <a16:creationId xmlns:a16="http://schemas.microsoft.com/office/drawing/2014/main" id="{389245E0-62FE-49E9-AEC8-28467E7BBCD0}"/>
              </a:ext>
            </a:extLst>
          </p:cNvPr>
          <p:cNvSpPr>
            <a:spLocks xmlns:a="http://schemas.openxmlformats.org/drawingml/2006/main" noGrp="1"/>
          </p:cNvSpPr>
          <p:nvPr/>
        </p:nvSpPr>
        <p:spPr>
          <a:xfrm xmlns:a="http://schemas.openxmlformats.org/drawingml/2006/main">
            <a:off x="609600" y="26955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没有有效目标时保持待机，播放静止动作，为玩家保留观察空隙。</a:t>
            </a:r>
          </a:p>
        </p:txBody>
      </p:sp>
      <p:sp>
        <p:nvSpPr>
          <p:cNvPr id="11" name="02  CHASE">
            <a:extLst xmlns:a="http://schemas.openxmlformats.org/drawingml/2006/main">
              <a:ext uri="{FF2B5EF4-FFF2-40B4-BE49-F238E27FC236}">
                <a16:creationId xmlns:a16="http://schemas.microsoft.com/office/drawing/2014/main" id="{41FA11C5-065F-4F6F-A195-81D572D63180}"/>
              </a:ext>
            </a:extLst>
          </p:cNvPr>
          <p:cNvSpPr>
            <a:spLocks xmlns:a="http://schemas.openxmlformats.org/drawingml/2006/main" noGrp="1"/>
          </p:cNvSpPr>
          <p:nvPr/>
        </p:nvSpPr>
        <p:spPr>
          <a:xfrm xmlns:a="http://schemas.openxmlformats.org/drawingml/2006/main">
            <a:off x="609600" y="40290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02  CHASE</a:t>
            </a:r>
          </a:p>
        </p:txBody>
      </p:sp>
      <p:sp>
        <p:nvSpPr>
          <p:cNvPr id="12" name="看见玩家后追击">
            <a:extLst xmlns:a="http://schemas.openxmlformats.org/drawingml/2006/main">
              <a:ext uri="{FF2B5EF4-FFF2-40B4-BE49-F238E27FC236}">
                <a16:creationId xmlns:a16="http://schemas.microsoft.com/office/drawing/2014/main" id="{05D26B27-08BF-4993-A582-1C47F3C6B778}"/>
              </a:ext>
            </a:extLst>
          </p:cNvPr>
          <p:cNvSpPr>
            <a:spLocks xmlns:a="http://schemas.openxmlformats.org/drawingml/2006/main" noGrp="1"/>
          </p:cNvSpPr>
          <p:nvPr/>
        </p:nvSpPr>
        <p:spPr>
          <a:xfrm xmlns:a="http://schemas.openxmlformats.org/drawingml/2006/main">
            <a:off x="609600" y="435292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看见玩家后追击</a:t>
            </a:r>
          </a:p>
        </p:txBody>
      </p:sp>
      <p:sp>
        <p:nvSpPr>
          <p:cNvPr id="13" name="距离与视线检测共同决定追击。导航代理控制位移，移动速度驱动爬">
            <a:extLst xmlns:a="http://schemas.openxmlformats.org/drawingml/2006/main">
              <a:ext uri="{FF2B5EF4-FFF2-40B4-BE49-F238E27FC236}">
                <a16:creationId xmlns:a16="http://schemas.microsoft.com/office/drawing/2014/main" id="{5F48240A-7A10-45B1-88C8-F5E856722C9E}"/>
              </a:ext>
            </a:extLst>
          </p:cNvPr>
          <p:cNvSpPr>
            <a:spLocks xmlns:a="http://schemas.openxmlformats.org/drawingml/2006/main" noGrp="1"/>
          </p:cNvSpPr>
          <p:nvPr/>
        </p:nvSpPr>
        <p:spPr>
          <a:xfrm xmlns:a="http://schemas.openxmlformats.org/drawingml/2006/main">
            <a:off x="609600" y="4848225"/>
            <a:ext cx="4095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距离与视线检测共同决定追击。导航代理控制位移，移动速度驱动爬行动画播放。</a:t>
            </a:r>
          </a:p>
        </p:txBody>
      </p:sp>
      <p:sp>
        <p:nvSpPr>
          <p:cNvPr id="14" name="03  INVESTIGATE">
            <a:extLst xmlns:a="http://schemas.openxmlformats.org/drawingml/2006/main">
              <a:ext uri="{FF2B5EF4-FFF2-40B4-BE49-F238E27FC236}">
                <a16:creationId xmlns:a16="http://schemas.microsoft.com/office/drawing/2014/main" id="{34055B0E-8017-4A5A-B6EE-8151282AD3AE}"/>
              </a:ext>
            </a:extLst>
          </p:cNvPr>
          <p:cNvSpPr>
            <a:spLocks xmlns:a="http://schemas.openxmlformats.org/drawingml/2006/main" noGrp="1"/>
          </p:cNvSpPr>
          <p:nvPr/>
        </p:nvSpPr>
        <p:spPr>
          <a:xfrm xmlns:a="http://schemas.openxmlformats.org/drawingml/2006/main">
            <a:off x="609600" y="6229350"/>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03  INVESTIGATE</a:t>
            </a:r>
          </a:p>
        </p:txBody>
      </p:sp>
      <p:sp>
        <p:nvSpPr>
          <p:cNvPr id="15" name="前往最后可见位置">
            <a:extLst xmlns:a="http://schemas.openxmlformats.org/drawingml/2006/main">
              <a:ext uri="{FF2B5EF4-FFF2-40B4-BE49-F238E27FC236}">
                <a16:creationId xmlns:a16="http://schemas.microsoft.com/office/drawing/2014/main" id="{B16ADC3D-8802-45A2-8595-1AF47AA34C8E}"/>
              </a:ext>
            </a:extLst>
          </p:cNvPr>
          <p:cNvSpPr>
            <a:spLocks xmlns:a="http://schemas.openxmlformats.org/drawingml/2006/main" noGrp="1"/>
          </p:cNvSpPr>
          <p:nvPr/>
        </p:nvSpPr>
        <p:spPr>
          <a:xfrm xmlns:a="http://schemas.openxmlformats.org/drawingml/2006/main">
            <a:off x="609600" y="65532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前往最后可见位置</a:t>
            </a:r>
          </a:p>
        </p:txBody>
      </p:sp>
      <p:sp>
        <p:nvSpPr>
          <p:cNvPr id="16" name="视线中断后搜索最后位置。搜索超时后回到待机，形成可读的行为变">
            <a:extLst xmlns:a="http://schemas.openxmlformats.org/drawingml/2006/main">
              <a:ext uri="{FF2B5EF4-FFF2-40B4-BE49-F238E27FC236}">
                <a16:creationId xmlns:a16="http://schemas.microsoft.com/office/drawing/2014/main" id="{CA93FB7E-AB52-4514-B2EE-4404021C9218}"/>
              </a:ext>
            </a:extLst>
          </p:cNvPr>
          <p:cNvSpPr>
            <a:spLocks xmlns:a="http://schemas.openxmlformats.org/drawingml/2006/main" noGrp="1"/>
          </p:cNvSpPr>
          <p:nvPr/>
        </p:nvSpPr>
        <p:spPr>
          <a:xfrm xmlns:a="http://schemas.openxmlformats.org/drawingml/2006/main">
            <a:off x="609600" y="70485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视线中断后搜索最后位置。搜索超时后回到待机，形成可读的行为变化。</a:t>
            </a:r>
          </a:p>
        </p:txBody>
      </p:sp>
      <p:sp>
        <p:nvSpPr>
          <p:cNvPr id="17" name="动作与反馈">
            <a:extLst xmlns:a="http://schemas.openxmlformats.org/drawingml/2006/main">
              <a:ext uri="{FF2B5EF4-FFF2-40B4-BE49-F238E27FC236}">
                <a16:creationId xmlns:a16="http://schemas.microsoft.com/office/drawing/2014/main" id="{029E5EC8-02CC-41DB-A7A4-F8D6C9BF1159}"/>
              </a:ext>
            </a:extLst>
          </p:cNvPr>
          <p:cNvSpPr>
            <a:spLocks xmlns:a="http://schemas.openxmlformats.org/drawingml/2006/main" noGrp="1"/>
          </p:cNvSpPr>
          <p:nvPr/>
        </p:nvSpPr>
        <p:spPr>
          <a:xfrm xmlns:a="http://schemas.openxmlformats.org/drawingml/2006/main">
            <a:off x="9763125" y="51054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C5B5"/>
                </a:solidFill>
                <a:latin typeface="Microsoft YaHei"/>
                <a:ea typeface="Microsoft YaHei"/>
                <a:cs typeface="Microsoft YaHei"/>
              </a:defRPr>
            </a:defPPr>
            <a:lvl1pPr>
              <a:defRPr sz="2400" b="1">
                <a:solidFill>
                  <a:srgbClr val="83C5B5"/>
                </a:solidFill>
                <a:latin typeface="Microsoft YaHei"/>
                <a:ea typeface="Microsoft YaHei"/>
                <a:cs typeface="Microsoft YaHei"/>
              </a:defRPr>
            </a:lvl1pPr>
            <a:lvl2pPr>
              <a:defRPr sz="2400" b="1">
                <a:solidFill>
                  <a:srgbClr val="83C5B5"/>
                </a:solidFill>
                <a:latin typeface="Microsoft YaHei"/>
                <a:ea typeface="Microsoft YaHei"/>
                <a:cs typeface="Microsoft YaHei"/>
              </a:defRPr>
            </a:lvl2pPr>
            <a:lvl3pPr>
              <a:defRPr sz="2400" b="1">
                <a:solidFill>
                  <a:srgbClr val="83C5B5"/>
                </a:solidFill>
                <a:latin typeface="Microsoft YaHei"/>
                <a:ea typeface="Microsoft YaHei"/>
                <a:cs typeface="Microsoft YaHei"/>
              </a:defRPr>
            </a:lvl3pPr>
            <a:lvl4pPr>
              <a:defRPr sz="2400" b="1">
                <a:solidFill>
                  <a:srgbClr val="83C5B5"/>
                </a:solidFill>
                <a:latin typeface="Microsoft YaHei"/>
                <a:ea typeface="Microsoft YaHei"/>
                <a:cs typeface="Microsoft YaHei"/>
              </a:defRPr>
            </a:lvl4pPr>
            <a:lvl5pPr>
              <a:defRPr sz="2400" b="1">
                <a:solidFill>
                  <a:srgbClr val="83C5B5"/>
                </a:solidFill>
                <a:latin typeface="Microsoft YaHei"/>
                <a:ea typeface="Microsoft YaHei"/>
                <a:cs typeface="Microsoft YaHei"/>
              </a:defRPr>
            </a:lvl5pPr>
            <a:lvl6pPr>
              <a:defRPr sz="2400" b="1">
                <a:solidFill>
                  <a:srgbClr val="83C5B5"/>
                </a:solidFill>
                <a:latin typeface="Microsoft YaHei"/>
                <a:ea typeface="Microsoft YaHei"/>
                <a:cs typeface="Microsoft YaHei"/>
              </a:defRPr>
            </a:lvl6pPr>
            <a:lvl7pPr>
              <a:defRPr sz="2400" b="1">
                <a:solidFill>
                  <a:srgbClr val="83C5B5"/>
                </a:solidFill>
                <a:latin typeface="Microsoft YaHei"/>
                <a:ea typeface="Microsoft YaHei"/>
                <a:cs typeface="Microsoft YaHei"/>
              </a:defRPr>
            </a:lvl7pPr>
            <a:lvl8pPr>
              <a:defRPr sz="2400" b="1">
                <a:solidFill>
                  <a:srgbClr val="83C5B5"/>
                </a:solidFill>
                <a:latin typeface="Microsoft YaHei"/>
                <a:ea typeface="Microsoft YaHei"/>
                <a:cs typeface="Microsoft YaHei"/>
              </a:defRPr>
            </a:lvl8pPr>
            <a:lvl9pPr>
              <a:defRPr sz="2400" b="1">
                <a:solidFill>
                  <a:srgbClr val="83C5B5"/>
                </a:solidFill>
                <a:latin typeface="Microsoft YaHei"/>
                <a:ea typeface="Microsoft YaHei"/>
                <a:cs typeface="Microsoft YaHei"/>
              </a:defRPr>
            </a:lvl9pPr>
          </a:lstStyle>
          <a:p xmlns:a="http://schemas.openxmlformats.org/drawingml/2006/main">
            <a:pPr>
              <a:defRPr sz="2400" b="1">
                <a:solidFill>
                  <a:srgbClr val="83C5B5"/>
                </a:solidFill>
                <a:latin typeface="Microsoft YaHei"/>
                <a:ea typeface="Microsoft YaHei"/>
                <a:cs typeface="Microsoft YaHei"/>
              </a:defRPr>
            </a:pPr>
            <a:r>
              <a:rPr sz="2400" b="1">
                <a:solidFill>
                  <a:srgbClr val="83C5B5"/>
                </a:solidFill>
                <a:latin typeface="Microsoft YaHei"/>
                <a:ea typeface="Microsoft YaHei"/>
                <a:cs typeface="Microsoft YaHei"/>
              </a:rPr>
              <a:t>动作与反馈</a:t>
            </a:r>
          </a:p>
        </p:txBody>
      </p:sp>
      <p:sp>
        <p:nvSpPr>
          <p:cNvPr id="18" name="Idle 对应静止，Crawl 对应移动。&#10;追击可配置一次性">
            <a:extLst xmlns:a="http://schemas.openxmlformats.org/drawingml/2006/main">
              <a:ext uri="{FF2B5EF4-FFF2-40B4-BE49-F238E27FC236}">
                <a16:creationId xmlns:a16="http://schemas.microsoft.com/office/drawing/2014/main" id="{E259D319-B9CA-4AD6-A6FF-1A03D4073E30}"/>
              </a:ext>
            </a:extLst>
          </p:cNvPr>
          <p:cNvSpPr>
            <a:spLocks xmlns:a="http://schemas.openxmlformats.org/drawingml/2006/main" noGrp="1"/>
          </p:cNvSpPr>
          <p:nvPr/>
        </p:nvSpPr>
        <p:spPr>
          <a:xfrm xmlns:a="http://schemas.openxmlformats.org/drawingml/2006/main">
            <a:off x="9763125" y="5648325"/>
            <a:ext cx="4857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Idle 对应静止，Crawl 对应移动。</a:t>
            </a:r>
          </a:p>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追击可配置一次性的 3D 尖叫声，</a:t>
            </a:r>
          </a:p>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接近玩家后触发现有死亡逻辑。</a:t>
            </a:r>
          </a:p>
        </p:txBody>
      </p:sp>
      <p:sp>
        <p:nvSpPr>
          <p:cNvPr id="19" name="">
            <a:extLst xmlns:a="http://schemas.openxmlformats.org/drawingml/2006/main">
              <a:ext uri="{FF2B5EF4-FFF2-40B4-BE49-F238E27FC236}">
                <a16:creationId xmlns:a16="http://schemas.microsoft.com/office/drawing/2014/main" id="{5FC99538-08D7-443F-B2C8-0F12A5C4D1B3}"/>
              </a:ext>
            </a:extLst>
          </p:cNvPr>
          <p:cNvSpPr>
            <a:spLocks xmlns:a="http://schemas.openxmlformats.org/drawingml/2006/main" noGrp="1"/>
          </p:cNvSpPr>
          <p:nvPr/>
        </p:nvSpPr>
        <p:spPr>
          <a:xfrm xmlns:a="http://schemas.openxmlformats.org/drawingml/2006/main">
            <a:off x="9763125" y="7162800"/>
            <a:ext cx="4857750" cy="19050"/>
          </a:xfrm>
          <a:prstGeom xmlns:a="http://schemas.openxmlformats.org/drawingml/2006/main" prst="rect">
            <a:avLst/>
          </a:prstGeom>
          <a:solidFill xmlns:a="http://schemas.openxmlformats.org/drawingml/2006/main">
            <a:srgbClr val="33413F"/>
          </a:solidFill>
          <a:ln xmlns:a="http://schemas.openxmlformats.org/drawingml/2006/main" w="0">
            <a:noFill/>
          </a:ln>
        </p:spPr>
      </p:sp>
      <p:sp>
        <p:nvSpPr>
          <p:cNvPr id="20" name="资产说明：使用现成 Tomb Soul 角色与动画，&#10;本页重">
            <a:extLst xmlns:a="http://schemas.openxmlformats.org/drawingml/2006/main">
              <a:ext uri="{FF2B5EF4-FFF2-40B4-BE49-F238E27FC236}">
                <a16:creationId xmlns:a16="http://schemas.microsoft.com/office/drawing/2014/main" id="{A2CA8042-295D-4011-99CA-BD6873DE5E37}"/>
              </a:ext>
            </a:extLst>
          </p:cNvPr>
          <p:cNvSpPr>
            <a:spLocks xmlns:a="http://schemas.openxmlformats.org/drawingml/2006/main" noGrp="1"/>
          </p:cNvSpPr>
          <p:nvPr/>
        </p:nvSpPr>
        <p:spPr>
          <a:xfrm xmlns:a="http://schemas.openxmlformats.org/drawingml/2006/main">
            <a:off x="9763125" y="7400925"/>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4AFAC"/>
                </a:solidFill>
                <a:latin typeface="Microsoft YaHei"/>
                <a:ea typeface="Microsoft YaHei"/>
                <a:cs typeface="Microsoft YaHei"/>
              </a:defRPr>
            </a:defPPr>
            <a:lvl1pPr>
              <a:defRPr sz="1500" b="0">
                <a:solidFill>
                  <a:srgbClr val="A4AFAC"/>
                </a:solidFill>
                <a:latin typeface="Microsoft YaHei"/>
                <a:ea typeface="Microsoft YaHei"/>
                <a:cs typeface="Microsoft YaHei"/>
              </a:defRPr>
            </a:lvl1pPr>
            <a:lvl2pPr>
              <a:defRPr sz="1500" b="0">
                <a:solidFill>
                  <a:srgbClr val="A4AFAC"/>
                </a:solidFill>
                <a:latin typeface="Microsoft YaHei"/>
                <a:ea typeface="Microsoft YaHei"/>
                <a:cs typeface="Microsoft YaHei"/>
              </a:defRPr>
            </a:lvl2pPr>
            <a:lvl3pPr>
              <a:defRPr sz="1500" b="0">
                <a:solidFill>
                  <a:srgbClr val="A4AFAC"/>
                </a:solidFill>
                <a:latin typeface="Microsoft YaHei"/>
                <a:ea typeface="Microsoft YaHei"/>
                <a:cs typeface="Microsoft YaHei"/>
              </a:defRPr>
            </a:lvl3pPr>
            <a:lvl4pPr>
              <a:defRPr sz="1500" b="0">
                <a:solidFill>
                  <a:srgbClr val="A4AFAC"/>
                </a:solidFill>
                <a:latin typeface="Microsoft YaHei"/>
                <a:ea typeface="Microsoft YaHei"/>
                <a:cs typeface="Microsoft YaHei"/>
              </a:defRPr>
            </a:lvl4pPr>
            <a:lvl5pPr>
              <a:defRPr sz="1500" b="0">
                <a:solidFill>
                  <a:srgbClr val="A4AFAC"/>
                </a:solidFill>
                <a:latin typeface="Microsoft YaHei"/>
                <a:ea typeface="Microsoft YaHei"/>
                <a:cs typeface="Microsoft YaHei"/>
              </a:defRPr>
            </a:lvl5pPr>
            <a:lvl6pPr>
              <a:defRPr sz="1500" b="0">
                <a:solidFill>
                  <a:srgbClr val="A4AFAC"/>
                </a:solidFill>
                <a:latin typeface="Microsoft YaHei"/>
                <a:ea typeface="Microsoft YaHei"/>
                <a:cs typeface="Microsoft YaHei"/>
              </a:defRPr>
            </a:lvl6pPr>
            <a:lvl7pPr>
              <a:defRPr sz="1500" b="0">
                <a:solidFill>
                  <a:srgbClr val="A4AFAC"/>
                </a:solidFill>
                <a:latin typeface="Microsoft YaHei"/>
                <a:ea typeface="Microsoft YaHei"/>
                <a:cs typeface="Microsoft YaHei"/>
              </a:defRPr>
            </a:lvl7pPr>
            <a:lvl8pPr>
              <a:defRPr sz="1500" b="0">
                <a:solidFill>
                  <a:srgbClr val="A4AFAC"/>
                </a:solidFill>
                <a:latin typeface="Microsoft YaHei"/>
                <a:ea typeface="Microsoft YaHei"/>
                <a:cs typeface="Microsoft YaHei"/>
              </a:defRPr>
            </a:lvl8pPr>
            <a:lvl9pPr>
              <a:defRPr sz="1500" b="0">
                <a:solidFill>
                  <a:srgbClr val="A4AFAC"/>
                </a:solidFill>
                <a:latin typeface="Microsoft YaHei"/>
                <a:ea typeface="Microsoft YaHei"/>
                <a:cs typeface="Microsoft YaHei"/>
              </a:defRPr>
            </a:lvl9pPr>
          </a:lstStyle>
          <a:p xmlns:a="http://schemas.openxmlformats.org/drawingml/2006/main">
            <a:pPr>
              <a:defRPr sz="1500" b="0">
                <a:solidFill>
                  <a:srgbClr val="A4AFAC"/>
                </a:solidFill>
                <a:latin typeface="Microsoft YaHei"/>
                <a:ea typeface="Microsoft YaHei"/>
                <a:cs typeface="Microsoft YaHei"/>
              </a:defRPr>
            </a:pPr>
            <a:r>
              <a:rPr sz="1500" b="0">
                <a:solidFill>
                  <a:srgbClr val="A4AFAC"/>
                </a:solidFill>
                <a:latin typeface="Microsoft YaHei"/>
                <a:ea typeface="Microsoft YaHei"/>
                <a:cs typeface="Microsoft YaHei"/>
              </a:rPr>
              <a:t>资产说明：使用现成 Tomb Soul 角色与动画，</a:t>
            </a:r>
          </a:p>
          <a:p xmlns:a="http://schemas.openxmlformats.org/drawingml/2006/main">
            <a:pPr>
              <a:defRPr sz="1500" b="0">
                <a:solidFill>
                  <a:srgbClr val="A4AFAC"/>
                </a:solidFill>
                <a:latin typeface="Microsoft YaHei"/>
                <a:ea typeface="Microsoft YaHei"/>
                <a:cs typeface="Microsoft YaHei"/>
              </a:defRPr>
            </a:pPr>
            <a:r>
              <a:rPr sz="1500" b="0">
                <a:solidFill>
                  <a:srgbClr val="A4AFAC"/>
                </a:solidFill>
                <a:latin typeface="Microsoft YaHei"/>
                <a:ea typeface="Microsoft YaHei"/>
                <a:cs typeface="Microsoft YaHei"/>
              </a:rPr>
              <a:t>本页重点为行为逻辑及项目接入。</a:t>
            </a:r>
          </a:p>
        </p:txBody>
      </p:sp>
    </p:spTree>
    <p:extLst>
      <p:ext uri="{BB962C8B-B14F-4D97-AF65-F5344CB8AC3E}">
        <p14:creationId xmlns:p14="http://schemas.microsoft.com/office/powerpoint/2010/main" val="95083099"/>
      </p:ext>
    </p:extLst>
  </p:cSld>
</p:sld>
</file>

<file path=ppt/slides/slide5.xml><?xml version="1.0" encoding="utf-8"?>
<p:sld xmlns:p="http://schemas.openxmlformats.org/presentationml/2006/main">
  <p:cSld>
    <p:bg>
      <p:bgPr>
        <a:solidFill xmlns:a="http://schemas.openxmlformats.org/drawingml/2006/main">
          <a:srgbClr val="080D0F"/>
        </a:solidFill>
      </p:bgPr>
    </p:bg>
    <p:spTree>
      <p:nvGrpSpPr>
        <p:cNvPr id="1" name=""/>
        <p:cNvGrpSpPr/>
        <p:nvPr/>
      </p:nvGrpSpPr>
      <p:grpSpPr>
        <a:xfrm xmlns:a="http://schemas.openxmlformats.org/drawingml/2006/main"/>
      </p:grpSpPr>
      <p:sp>
        <p:nvSpPr>
          <p:cNvPr id="17" name="LEVEL BREAKDOWN">
            <a:extLst xmlns:a="http://schemas.openxmlformats.org/drawingml/2006/main">
              <a:ext uri="{FF2B5EF4-FFF2-40B4-BE49-F238E27FC236}">
                <a16:creationId xmlns:a16="http://schemas.microsoft.com/office/drawing/2014/main" id="{781000D2-9228-4828-B2ED-CF12355DCB0E}"/>
              </a:ext>
            </a:extLst>
          </p:cNvPr>
          <p:cNvSpPr>
            <a:spLocks xmlns:a="http://schemas.openxmlformats.org/drawingml/2006/main" noGrp="1"/>
          </p:cNvSpPr>
          <p:nvPr/>
        </p:nvSpPr>
        <p:spPr>
          <a:xfrm xmlns:a="http://schemas.openxmlformats.org/drawingml/2006/main">
            <a:off x="609600" y="4191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ECEEE9"/>
                </a:solidFill>
                <a:latin typeface="Bahnschrift"/>
                <a:ea typeface="Bahnschrift"/>
                <a:cs typeface="Bahnschrift"/>
              </a:defRPr>
            </a:defPPr>
            <a:lvl1pPr>
              <a:defRPr sz="3150" b="1">
                <a:solidFill>
                  <a:srgbClr val="ECEEE9"/>
                </a:solidFill>
                <a:latin typeface="Bahnschrift"/>
                <a:ea typeface="Bahnschrift"/>
                <a:cs typeface="Bahnschrift"/>
              </a:defRPr>
            </a:lvl1pPr>
            <a:lvl2pPr>
              <a:defRPr sz="3150" b="1">
                <a:solidFill>
                  <a:srgbClr val="ECEEE9"/>
                </a:solidFill>
                <a:latin typeface="Bahnschrift"/>
                <a:ea typeface="Bahnschrift"/>
                <a:cs typeface="Bahnschrift"/>
              </a:defRPr>
            </a:lvl2pPr>
            <a:lvl3pPr>
              <a:defRPr sz="3150" b="1">
                <a:solidFill>
                  <a:srgbClr val="ECEEE9"/>
                </a:solidFill>
                <a:latin typeface="Bahnschrift"/>
                <a:ea typeface="Bahnschrift"/>
                <a:cs typeface="Bahnschrift"/>
              </a:defRPr>
            </a:lvl3pPr>
            <a:lvl4pPr>
              <a:defRPr sz="3150" b="1">
                <a:solidFill>
                  <a:srgbClr val="ECEEE9"/>
                </a:solidFill>
                <a:latin typeface="Bahnschrift"/>
                <a:ea typeface="Bahnschrift"/>
                <a:cs typeface="Bahnschrift"/>
              </a:defRPr>
            </a:lvl4pPr>
            <a:lvl5pPr>
              <a:defRPr sz="3150" b="1">
                <a:solidFill>
                  <a:srgbClr val="ECEEE9"/>
                </a:solidFill>
                <a:latin typeface="Bahnschrift"/>
                <a:ea typeface="Bahnschrift"/>
                <a:cs typeface="Bahnschrift"/>
              </a:defRPr>
            </a:lvl5pPr>
            <a:lvl6pPr>
              <a:defRPr sz="3150" b="1">
                <a:solidFill>
                  <a:srgbClr val="ECEEE9"/>
                </a:solidFill>
                <a:latin typeface="Bahnschrift"/>
                <a:ea typeface="Bahnschrift"/>
                <a:cs typeface="Bahnschrift"/>
              </a:defRPr>
            </a:lvl6pPr>
            <a:lvl7pPr>
              <a:defRPr sz="3150" b="1">
                <a:solidFill>
                  <a:srgbClr val="ECEEE9"/>
                </a:solidFill>
                <a:latin typeface="Bahnschrift"/>
                <a:ea typeface="Bahnschrift"/>
                <a:cs typeface="Bahnschrift"/>
              </a:defRPr>
            </a:lvl7pPr>
            <a:lvl8pPr>
              <a:defRPr sz="3150" b="1">
                <a:solidFill>
                  <a:srgbClr val="ECEEE9"/>
                </a:solidFill>
                <a:latin typeface="Bahnschrift"/>
                <a:ea typeface="Bahnschrift"/>
                <a:cs typeface="Bahnschrift"/>
              </a:defRPr>
            </a:lvl8pPr>
            <a:lvl9pPr>
              <a:defRPr sz="3150" b="1">
                <a:solidFill>
                  <a:srgbClr val="ECEEE9"/>
                </a:solidFill>
                <a:latin typeface="Bahnschrift"/>
                <a:ea typeface="Bahnschrift"/>
                <a:cs typeface="Bahnschrift"/>
              </a:defRPr>
            </a:lvl9pPr>
          </a:lstStyle>
          <a:p xmlns:a="http://schemas.openxmlformats.org/drawingml/2006/main">
            <a:pPr>
              <a:defRPr sz="3150" b="1">
                <a:solidFill>
                  <a:srgbClr val="ECEEE9"/>
                </a:solidFill>
                <a:latin typeface="Bahnschrift"/>
                <a:ea typeface="Bahnschrift"/>
                <a:cs typeface="Bahnschrift"/>
              </a:defRPr>
            </a:pPr>
            <a:r>
              <a:rPr sz="3150" b="1">
                <a:solidFill>
                  <a:srgbClr val="ECEEE9"/>
                </a:solidFill>
                <a:latin typeface="Bahnschrift"/>
                <a:ea typeface="Bahnschrift"/>
                <a:cs typeface="Bahnschrift"/>
              </a:rPr>
              <a:t>LEVEL BREAKDOWN</a:t>
            </a:r>
          </a:p>
        </p:txBody>
      </p:sp>
      <p:sp>
        <p:nvSpPr>
          <p:cNvPr id="2" name="以主厅为核心的环路探索方案">
            <a:extLst xmlns:a="http://schemas.openxmlformats.org/drawingml/2006/main">
              <a:ext uri="{FF2B5EF4-FFF2-40B4-BE49-F238E27FC236}">
                <a16:creationId xmlns:a16="http://schemas.microsoft.com/office/drawing/2014/main" id="{28DB973E-D532-4851-9C5F-9CEE321A6D63}"/>
              </a:ext>
            </a:extLst>
          </p:cNvPr>
          <p:cNvSpPr>
            <a:spLocks xmlns:a="http://schemas.openxmlformats.org/drawingml/2006/main" noGrp="1"/>
          </p:cNvSpPr>
          <p:nvPr/>
        </p:nvSpPr>
        <p:spPr>
          <a:xfrm xmlns:a="http://schemas.openxmlformats.org/drawingml/2006/main">
            <a:off x="609600" y="1019175"/>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C5B5"/>
                </a:solidFill>
                <a:latin typeface="Microsoft YaHei"/>
                <a:ea typeface="Microsoft YaHei"/>
                <a:cs typeface="Microsoft YaHei"/>
              </a:defRPr>
            </a:defPPr>
            <a:lvl1pPr>
              <a:defRPr sz="2400" b="1">
                <a:solidFill>
                  <a:srgbClr val="83C5B5"/>
                </a:solidFill>
                <a:latin typeface="Microsoft YaHei"/>
                <a:ea typeface="Microsoft YaHei"/>
                <a:cs typeface="Microsoft YaHei"/>
              </a:defRPr>
            </a:lvl1pPr>
            <a:lvl2pPr>
              <a:defRPr sz="2400" b="1">
                <a:solidFill>
                  <a:srgbClr val="83C5B5"/>
                </a:solidFill>
                <a:latin typeface="Microsoft YaHei"/>
                <a:ea typeface="Microsoft YaHei"/>
                <a:cs typeface="Microsoft YaHei"/>
              </a:defRPr>
            </a:lvl2pPr>
            <a:lvl3pPr>
              <a:defRPr sz="2400" b="1">
                <a:solidFill>
                  <a:srgbClr val="83C5B5"/>
                </a:solidFill>
                <a:latin typeface="Microsoft YaHei"/>
                <a:ea typeface="Microsoft YaHei"/>
                <a:cs typeface="Microsoft YaHei"/>
              </a:defRPr>
            </a:lvl3pPr>
            <a:lvl4pPr>
              <a:defRPr sz="2400" b="1">
                <a:solidFill>
                  <a:srgbClr val="83C5B5"/>
                </a:solidFill>
                <a:latin typeface="Microsoft YaHei"/>
                <a:ea typeface="Microsoft YaHei"/>
                <a:cs typeface="Microsoft YaHei"/>
              </a:defRPr>
            </a:lvl4pPr>
            <a:lvl5pPr>
              <a:defRPr sz="2400" b="1">
                <a:solidFill>
                  <a:srgbClr val="83C5B5"/>
                </a:solidFill>
                <a:latin typeface="Microsoft YaHei"/>
                <a:ea typeface="Microsoft YaHei"/>
                <a:cs typeface="Microsoft YaHei"/>
              </a:defRPr>
            </a:lvl5pPr>
            <a:lvl6pPr>
              <a:defRPr sz="2400" b="1">
                <a:solidFill>
                  <a:srgbClr val="83C5B5"/>
                </a:solidFill>
                <a:latin typeface="Microsoft YaHei"/>
                <a:ea typeface="Microsoft YaHei"/>
                <a:cs typeface="Microsoft YaHei"/>
              </a:defRPr>
            </a:lvl6pPr>
            <a:lvl7pPr>
              <a:defRPr sz="2400" b="1">
                <a:solidFill>
                  <a:srgbClr val="83C5B5"/>
                </a:solidFill>
                <a:latin typeface="Microsoft YaHei"/>
                <a:ea typeface="Microsoft YaHei"/>
                <a:cs typeface="Microsoft YaHei"/>
              </a:defRPr>
            </a:lvl7pPr>
            <a:lvl8pPr>
              <a:defRPr sz="2400" b="1">
                <a:solidFill>
                  <a:srgbClr val="83C5B5"/>
                </a:solidFill>
                <a:latin typeface="Microsoft YaHei"/>
                <a:ea typeface="Microsoft YaHei"/>
                <a:cs typeface="Microsoft YaHei"/>
              </a:defRPr>
            </a:lvl8pPr>
            <a:lvl9pPr>
              <a:defRPr sz="2400" b="1">
                <a:solidFill>
                  <a:srgbClr val="83C5B5"/>
                </a:solidFill>
                <a:latin typeface="Microsoft YaHei"/>
                <a:ea typeface="Microsoft YaHei"/>
                <a:cs typeface="Microsoft YaHei"/>
              </a:defRPr>
            </a:lvl9pPr>
          </a:lstStyle>
          <a:p xmlns:a="http://schemas.openxmlformats.org/drawingml/2006/main">
            <a:pPr>
              <a:defRPr sz="2400" b="1">
                <a:solidFill>
                  <a:srgbClr val="83C5B5"/>
                </a:solidFill>
                <a:latin typeface="Microsoft YaHei"/>
                <a:ea typeface="Microsoft YaHei"/>
                <a:cs typeface="Microsoft YaHei"/>
              </a:defRPr>
            </a:pPr>
            <a:r>
              <a:rPr sz="2400" b="1">
                <a:solidFill>
                  <a:srgbClr val="83C5B5"/>
                </a:solidFill>
                <a:latin typeface="Microsoft YaHei"/>
                <a:ea typeface="Microsoft YaHei"/>
                <a:cs typeface="Microsoft YaHei"/>
              </a:rPr>
              <a:t>以主厅为核心的环路探索方案</a:t>
            </a:r>
          </a:p>
        </p:txBody>
      </p:sp>
      <p:sp>
        <p:nvSpPr>
          <p:cNvPr id="3" name="">
            <a:extLst xmlns:a="http://schemas.openxmlformats.org/drawingml/2006/main">
              <a:ext uri="{FF2B5EF4-FFF2-40B4-BE49-F238E27FC236}">
                <a16:creationId xmlns:a16="http://schemas.microsoft.com/office/drawing/2014/main" id="{3AB000BD-D89F-4E22-A6F0-2C2B4988707C}"/>
              </a:ext>
            </a:extLst>
          </p:cNvPr>
          <p:cNvSpPr>
            <a:spLocks xmlns:a="http://schemas.openxmlformats.org/drawingml/2006/main" noGrp="1"/>
          </p:cNvSpPr>
          <p:nvPr/>
        </p:nvSpPr>
        <p:spPr>
          <a:xfrm xmlns:a="http://schemas.openxmlformats.org/drawingml/2006/main">
            <a:off x="609600" y="1543050"/>
            <a:ext cx="14020800" cy="19050"/>
          </a:xfrm>
          <a:prstGeom xmlns:a="http://schemas.openxmlformats.org/drawingml/2006/main" prst="rect">
            <a:avLst/>
          </a:prstGeom>
          <a:solidFill xmlns:a="http://schemas.openxmlformats.org/drawingml/2006/main">
            <a:srgbClr val="A9433B"/>
          </a:solidFill>
          <a:ln xmlns:a="http://schemas.openxmlformats.org/drawingml/2006/main" w="0">
            <a:noFill/>
          </a:ln>
        </p:spPr>
      </p:sp>
      <p:sp>
        <p:nvSpPr>
          <p:cNvPr id="4" name="BURIED ECHOES   /   JUNYU JIN">
            <a:extLst xmlns:a="http://schemas.openxmlformats.org/drawingml/2006/main">
              <a:ext uri="{FF2B5EF4-FFF2-40B4-BE49-F238E27FC236}">
                <a16:creationId xmlns:a16="http://schemas.microsoft.com/office/drawing/2014/main" id="{DA696F12-1E14-4ED1-A733-481FA1302739}"/>
              </a:ext>
            </a:extLst>
          </p:cNvPr>
          <p:cNvSpPr>
            <a:spLocks xmlns:a="http://schemas.openxmlformats.org/drawingml/2006/main" noGrp="1"/>
          </p:cNvSpPr>
          <p:nvPr/>
        </p:nvSpPr>
        <p:spPr>
          <a:xfrm xmlns:a="http://schemas.openxmlformats.org/drawingml/2006/main">
            <a:off x="609600" y="82200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4AFAC"/>
                </a:solidFill>
                <a:latin typeface="Bahnschrift"/>
                <a:ea typeface="Bahnschrift"/>
                <a:cs typeface="Bahnschrift"/>
              </a:defRPr>
            </a:defPPr>
            <a:lvl1pPr>
              <a:defRPr sz="1125" b="0">
                <a:solidFill>
                  <a:srgbClr val="A4AFAC"/>
                </a:solidFill>
                <a:latin typeface="Bahnschrift"/>
                <a:ea typeface="Bahnschrift"/>
                <a:cs typeface="Bahnschrift"/>
              </a:defRPr>
            </a:lvl1pPr>
            <a:lvl2pPr>
              <a:defRPr sz="1125" b="0">
                <a:solidFill>
                  <a:srgbClr val="A4AFAC"/>
                </a:solidFill>
                <a:latin typeface="Bahnschrift"/>
                <a:ea typeface="Bahnschrift"/>
                <a:cs typeface="Bahnschrift"/>
              </a:defRPr>
            </a:lvl2pPr>
            <a:lvl3pPr>
              <a:defRPr sz="1125" b="0">
                <a:solidFill>
                  <a:srgbClr val="A4AFAC"/>
                </a:solidFill>
                <a:latin typeface="Bahnschrift"/>
                <a:ea typeface="Bahnschrift"/>
                <a:cs typeface="Bahnschrift"/>
              </a:defRPr>
            </a:lvl3pPr>
            <a:lvl4pPr>
              <a:defRPr sz="1125" b="0">
                <a:solidFill>
                  <a:srgbClr val="A4AFAC"/>
                </a:solidFill>
                <a:latin typeface="Bahnschrift"/>
                <a:ea typeface="Bahnschrift"/>
                <a:cs typeface="Bahnschrift"/>
              </a:defRPr>
            </a:lvl4pPr>
            <a:lvl5pPr>
              <a:defRPr sz="1125" b="0">
                <a:solidFill>
                  <a:srgbClr val="A4AFAC"/>
                </a:solidFill>
                <a:latin typeface="Bahnschrift"/>
                <a:ea typeface="Bahnschrift"/>
                <a:cs typeface="Bahnschrift"/>
              </a:defRPr>
            </a:lvl5pPr>
            <a:lvl6pPr>
              <a:defRPr sz="1125" b="0">
                <a:solidFill>
                  <a:srgbClr val="A4AFAC"/>
                </a:solidFill>
                <a:latin typeface="Bahnschrift"/>
                <a:ea typeface="Bahnschrift"/>
                <a:cs typeface="Bahnschrift"/>
              </a:defRPr>
            </a:lvl6pPr>
            <a:lvl7pPr>
              <a:defRPr sz="1125" b="0">
                <a:solidFill>
                  <a:srgbClr val="A4AFAC"/>
                </a:solidFill>
                <a:latin typeface="Bahnschrift"/>
                <a:ea typeface="Bahnschrift"/>
                <a:cs typeface="Bahnschrift"/>
              </a:defRPr>
            </a:lvl7pPr>
            <a:lvl8pPr>
              <a:defRPr sz="1125" b="0">
                <a:solidFill>
                  <a:srgbClr val="A4AFAC"/>
                </a:solidFill>
                <a:latin typeface="Bahnschrift"/>
                <a:ea typeface="Bahnschrift"/>
                <a:cs typeface="Bahnschrift"/>
              </a:defRPr>
            </a:lvl8pPr>
            <a:lvl9pPr>
              <a:defRPr sz="1125" b="0">
                <a:solidFill>
                  <a:srgbClr val="A4AFAC"/>
                </a:solidFill>
                <a:latin typeface="Bahnschrift"/>
                <a:ea typeface="Bahnschrift"/>
                <a:cs typeface="Bahnschrift"/>
              </a:defRPr>
            </a:lvl9pPr>
          </a:lstStyle>
          <a:p xmlns:a="http://schemas.openxmlformats.org/drawingml/2006/main">
            <a:pPr>
              <a:defRPr sz="1125" b="0">
                <a:solidFill>
                  <a:srgbClr val="A4AFAC"/>
                </a:solidFill>
                <a:latin typeface="Bahnschrift"/>
                <a:ea typeface="Bahnschrift"/>
                <a:cs typeface="Bahnschrift"/>
              </a:defRPr>
            </a:pPr>
            <a:r>
              <a:rPr sz="1125" b="0">
                <a:solidFill>
                  <a:srgbClr val="A4AFAC"/>
                </a:solidFill>
                <a:latin typeface="Bahnschrift"/>
                <a:ea typeface="Bahnschrift"/>
                <a:cs typeface="Bahnschrift"/>
              </a:rPr>
              <a:t>BURIED ECHOES   /   JUNYU JIN</a:t>
            </a:r>
          </a:p>
        </p:txBody>
      </p:sp>
      <p:sp>
        <p:nvSpPr>
          <p:cNvPr id="5" name="05 / 06">
            <a:extLst xmlns:a="http://schemas.openxmlformats.org/drawingml/2006/main">
              <a:ext uri="{FF2B5EF4-FFF2-40B4-BE49-F238E27FC236}">
                <a16:creationId xmlns:a16="http://schemas.microsoft.com/office/drawing/2014/main" id="{FF3C0EE6-5D9F-495A-8988-F49715C25BB1}"/>
              </a:ext>
            </a:extLst>
          </p:cNvPr>
          <p:cNvSpPr>
            <a:spLocks xmlns:a="http://schemas.openxmlformats.org/drawingml/2006/main" noGrp="1"/>
          </p:cNvSpPr>
          <p:nvPr/>
        </p:nvSpPr>
        <p:spPr>
          <a:xfrm xmlns:a="http://schemas.openxmlformats.org/drawingml/2006/main">
            <a:off x="13639800" y="819150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A4AFAC"/>
                </a:solidFill>
                <a:latin typeface="Bahnschrift"/>
                <a:ea typeface="Bahnschrift"/>
                <a:cs typeface="Bahnschrift"/>
              </a:defRPr>
            </a:defPPr>
            <a:lvl1pPr>
              <a:defRPr sz="1425" b="0">
                <a:solidFill>
                  <a:srgbClr val="A4AFAC"/>
                </a:solidFill>
                <a:latin typeface="Bahnschrift"/>
                <a:ea typeface="Bahnschrift"/>
                <a:cs typeface="Bahnschrift"/>
              </a:defRPr>
            </a:lvl1pPr>
            <a:lvl2pPr>
              <a:defRPr sz="1425" b="0">
                <a:solidFill>
                  <a:srgbClr val="A4AFAC"/>
                </a:solidFill>
                <a:latin typeface="Bahnschrift"/>
                <a:ea typeface="Bahnschrift"/>
                <a:cs typeface="Bahnschrift"/>
              </a:defRPr>
            </a:lvl2pPr>
            <a:lvl3pPr>
              <a:defRPr sz="1425" b="0">
                <a:solidFill>
                  <a:srgbClr val="A4AFAC"/>
                </a:solidFill>
                <a:latin typeface="Bahnschrift"/>
                <a:ea typeface="Bahnschrift"/>
                <a:cs typeface="Bahnschrift"/>
              </a:defRPr>
            </a:lvl3pPr>
            <a:lvl4pPr>
              <a:defRPr sz="1425" b="0">
                <a:solidFill>
                  <a:srgbClr val="A4AFAC"/>
                </a:solidFill>
                <a:latin typeface="Bahnschrift"/>
                <a:ea typeface="Bahnschrift"/>
                <a:cs typeface="Bahnschrift"/>
              </a:defRPr>
            </a:lvl4pPr>
            <a:lvl5pPr>
              <a:defRPr sz="1425" b="0">
                <a:solidFill>
                  <a:srgbClr val="A4AFAC"/>
                </a:solidFill>
                <a:latin typeface="Bahnschrift"/>
                <a:ea typeface="Bahnschrift"/>
                <a:cs typeface="Bahnschrift"/>
              </a:defRPr>
            </a:lvl5pPr>
            <a:lvl6pPr>
              <a:defRPr sz="1425" b="0">
                <a:solidFill>
                  <a:srgbClr val="A4AFAC"/>
                </a:solidFill>
                <a:latin typeface="Bahnschrift"/>
                <a:ea typeface="Bahnschrift"/>
                <a:cs typeface="Bahnschrift"/>
              </a:defRPr>
            </a:lvl6pPr>
            <a:lvl7pPr>
              <a:defRPr sz="1425" b="0">
                <a:solidFill>
                  <a:srgbClr val="A4AFAC"/>
                </a:solidFill>
                <a:latin typeface="Bahnschrift"/>
                <a:ea typeface="Bahnschrift"/>
                <a:cs typeface="Bahnschrift"/>
              </a:defRPr>
            </a:lvl7pPr>
            <a:lvl8pPr>
              <a:defRPr sz="1425" b="0">
                <a:solidFill>
                  <a:srgbClr val="A4AFAC"/>
                </a:solidFill>
                <a:latin typeface="Bahnschrift"/>
                <a:ea typeface="Bahnschrift"/>
                <a:cs typeface="Bahnschrift"/>
              </a:defRPr>
            </a:lvl8pPr>
            <a:lvl9pPr>
              <a:defRPr sz="1425" b="0">
                <a:solidFill>
                  <a:srgbClr val="A4AFAC"/>
                </a:solidFill>
                <a:latin typeface="Bahnschrift"/>
                <a:ea typeface="Bahnschrift"/>
                <a:cs typeface="Bahnschrift"/>
              </a:defRPr>
            </a:lvl9pPr>
          </a:lstStyle>
          <a:p xmlns:a="http://schemas.openxmlformats.org/drawingml/2006/main">
            <a:pPr>
              <a:defRPr sz="1425" b="0">
                <a:solidFill>
                  <a:srgbClr val="A4AFAC"/>
                </a:solidFill>
                <a:latin typeface="Bahnschrift"/>
                <a:ea typeface="Bahnschrift"/>
                <a:cs typeface="Bahnschrift"/>
              </a:defRPr>
            </a:pPr>
            <a:r>
              <a:rPr sz="1425" b="0">
                <a:solidFill>
                  <a:srgbClr val="A4AFAC"/>
                </a:solidFill>
                <a:latin typeface="Bahnschrift"/>
                <a:ea typeface="Bahnschrift"/>
                <a:cs typeface="Bahnschrift"/>
              </a:rPr>
              <a:t>05 / 06</a:t>
            </a:r>
          </a:p>
        </p:txBody>
      </p:sp>
      <p:pic>
        <p:nvPicPr>
          <p:cNvPr id="6" name="">
            <a:extLst xmlns:a="http://schemas.openxmlformats.org/drawingml/2006/main">
              <a:ext uri="{FF2B5EF4-FFF2-40B4-BE49-F238E27FC236}">
                <a16:creationId xmlns:a16="http://schemas.microsoft.com/office/drawing/2014/main" id="{AC52F37F-79C5-44CF-BDBB-AF7967063911}"/>
              </a:ext>
            </a:extLst>
          </p:cNvPr>
          <p:cNvPicPr>
            <a:picLocks xmlns:a="http://schemas.openxmlformats.org/drawingml/2006/main" noChangeAspect="1"/>
          </p:cNvPicPr>
          <p:nvPr/>
        </p:nvPicPr>
        <p:blipFill>
          <a:blip xmlns:r="http://schemas.openxmlformats.org/officeDocument/2006/relationships" xmlns:a="http://schemas.openxmlformats.org/drawingml/2006/main" r:embed="R29d93855034340ef"/>
          <a:stretch xmlns:a="http://schemas.openxmlformats.org/drawingml/2006/main"/>
        </p:blipFill>
        <p:spPr>
          <a:xfrm xmlns:a="http://schemas.openxmlformats.org/drawingml/2006/main">
            <a:off x="1223963" y="1790700"/>
            <a:ext cx="8772525" cy="5848350"/>
          </a:xfrm>
          <a:prstGeom xmlns:a="http://schemas.openxmlformats.org/drawingml/2006/main" prst="rect">
            <a:avLst/>
          </a:prstGeom>
        </p:spPr>
      </p:pic>
      <p:sp>
        <p:nvSpPr>
          <p:cNvPr id="7" name="01  CENTRAL HUB">
            <a:extLst xmlns:a="http://schemas.openxmlformats.org/drawingml/2006/main">
              <a:ext uri="{FF2B5EF4-FFF2-40B4-BE49-F238E27FC236}">
                <a16:creationId xmlns:a16="http://schemas.microsoft.com/office/drawing/2014/main" id="{B29425D9-E424-4F78-9CC9-A55CF1FB3491}"/>
              </a:ext>
            </a:extLst>
          </p:cNvPr>
          <p:cNvSpPr>
            <a:spLocks xmlns:a="http://schemas.openxmlformats.org/drawingml/2006/main" noGrp="1"/>
          </p:cNvSpPr>
          <p:nvPr/>
        </p:nvSpPr>
        <p:spPr>
          <a:xfrm xmlns:a="http://schemas.openxmlformats.org/drawingml/2006/main">
            <a:off x="11049000" y="18669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01  CENTRAL HUB</a:t>
            </a:r>
          </a:p>
        </p:txBody>
      </p:sp>
      <p:sp>
        <p:nvSpPr>
          <p:cNvPr id="8" name="主厅承担空间参照">
            <a:extLst xmlns:a="http://schemas.openxmlformats.org/drawingml/2006/main">
              <a:ext uri="{FF2B5EF4-FFF2-40B4-BE49-F238E27FC236}">
                <a16:creationId xmlns:a16="http://schemas.microsoft.com/office/drawing/2014/main" id="{E9E0C405-350C-41B8-B089-CF8949FC2C5F}"/>
              </a:ext>
            </a:extLst>
          </p:cNvPr>
          <p:cNvSpPr>
            <a:spLocks xmlns:a="http://schemas.openxmlformats.org/drawingml/2006/main" noGrp="1"/>
          </p:cNvSpPr>
          <p:nvPr/>
        </p:nvSpPr>
        <p:spPr>
          <a:xfrm xmlns:a="http://schemas.openxmlformats.org/drawingml/2006/main">
            <a:off x="11049000" y="2190750"/>
            <a:ext cx="357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主厅承担空间参照</a:t>
            </a:r>
          </a:p>
        </p:txBody>
      </p:sp>
      <p:sp>
        <p:nvSpPr>
          <p:cNvPr id="9" name="主厅连接不同功能区，让玩家通过重复经过的位置建立方向感。">
            <a:extLst xmlns:a="http://schemas.openxmlformats.org/drawingml/2006/main">
              <a:ext uri="{FF2B5EF4-FFF2-40B4-BE49-F238E27FC236}">
                <a16:creationId xmlns:a16="http://schemas.microsoft.com/office/drawing/2014/main" id="{B33370FE-A240-44F1-A70E-AFFEAC5C02CE}"/>
              </a:ext>
            </a:extLst>
          </p:cNvPr>
          <p:cNvSpPr>
            <a:spLocks xmlns:a="http://schemas.openxmlformats.org/drawingml/2006/main" noGrp="1"/>
          </p:cNvSpPr>
          <p:nvPr/>
        </p:nvSpPr>
        <p:spPr>
          <a:xfrm xmlns:a="http://schemas.openxmlformats.org/drawingml/2006/main">
            <a:off x="11049000" y="2667000"/>
            <a:ext cx="352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CEEE9"/>
                </a:solidFill>
                <a:latin typeface="Microsoft YaHei"/>
                <a:ea typeface="Microsoft YaHei"/>
                <a:cs typeface="Microsoft YaHei"/>
              </a:defRPr>
            </a:defPPr>
            <a:lvl1pPr>
              <a:defRPr sz="1800" b="0">
                <a:solidFill>
                  <a:srgbClr val="ECEEE9"/>
                </a:solidFill>
                <a:latin typeface="Microsoft YaHei"/>
                <a:ea typeface="Microsoft YaHei"/>
                <a:cs typeface="Microsoft YaHei"/>
              </a:defRPr>
            </a:lvl1pPr>
            <a:lvl2pPr>
              <a:defRPr sz="1800" b="0">
                <a:solidFill>
                  <a:srgbClr val="ECEEE9"/>
                </a:solidFill>
                <a:latin typeface="Microsoft YaHei"/>
                <a:ea typeface="Microsoft YaHei"/>
                <a:cs typeface="Microsoft YaHei"/>
              </a:defRPr>
            </a:lvl2pPr>
            <a:lvl3pPr>
              <a:defRPr sz="1800" b="0">
                <a:solidFill>
                  <a:srgbClr val="ECEEE9"/>
                </a:solidFill>
                <a:latin typeface="Microsoft YaHei"/>
                <a:ea typeface="Microsoft YaHei"/>
                <a:cs typeface="Microsoft YaHei"/>
              </a:defRPr>
            </a:lvl3pPr>
            <a:lvl4pPr>
              <a:defRPr sz="1800" b="0">
                <a:solidFill>
                  <a:srgbClr val="ECEEE9"/>
                </a:solidFill>
                <a:latin typeface="Microsoft YaHei"/>
                <a:ea typeface="Microsoft YaHei"/>
                <a:cs typeface="Microsoft YaHei"/>
              </a:defRPr>
            </a:lvl4pPr>
            <a:lvl5pPr>
              <a:defRPr sz="1800" b="0">
                <a:solidFill>
                  <a:srgbClr val="ECEEE9"/>
                </a:solidFill>
                <a:latin typeface="Microsoft YaHei"/>
                <a:ea typeface="Microsoft YaHei"/>
                <a:cs typeface="Microsoft YaHei"/>
              </a:defRPr>
            </a:lvl5pPr>
            <a:lvl6pPr>
              <a:defRPr sz="1800" b="0">
                <a:solidFill>
                  <a:srgbClr val="ECEEE9"/>
                </a:solidFill>
                <a:latin typeface="Microsoft YaHei"/>
                <a:ea typeface="Microsoft YaHei"/>
                <a:cs typeface="Microsoft YaHei"/>
              </a:defRPr>
            </a:lvl6pPr>
            <a:lvl7pPr>
              <a:defRPr sz="1800" b="0">
                <a:solidFill>
                  <a:srgbClr val="ECEEE9"/>
                </a:solidFill>
                <a:latin typeface="Microsoft YaHei"/>
                <a:ea typeface="Microsoft YaHei"/>
                <a:cs typeface="Microsoft YaHei"/>
              </a:defRPr>
            </a:lvl7pPr>
            <a:lvl8pPr>
              <a:defRPr sz="1800" b="0">
                <a:solidFill>
                  <a:srgbClr val="ECEEE9"/>
                </a:solidFill>
                <a:latin typeface="Microsoft YaHei"/>
                <a:ea typeface="Microsoft YaHei"/>
                <a:cs typeface="Microsoft YaHei"/>
              </a:defRPr>
            </a:lvl8pPr>
            <a:lvl9pPr>
              <a:defRPr sz="1800" b="0">
                <a:solidFill>
                  <a:srgbClr val="ECEEE9"/>
                </a:solidFill>
                <a:latin typeface="Microsoft YaHei"/>
                <a:ea typeface="Microsoft YaHei"/>
                <a:cs typeface="Microsoft YaHei"/>
              </a:defRPr>
            </a:lvl9pPr>
          </a:lstStyle>
          <a:p xmlns:a="http://schemas.openxmlformats.org/drawingml/2006/main">
            <a:pPr>
              <a:defRPr sz="1800" b="0">
                <a:solidFill>
                  <a:srgbClr val="ECEEE9"/>
                </a:solidFill>
                <a:latin typeface="Microsoft YaHei"/>
                <a:ea typeface="Microsoft YaHei"/>
                <a:cs typeface="Microsoft YaHei"/>
              </a:defRPr>
            </a:pPr>
            <a:r>
              <a:rPr sz="1800" b="0">
                <a:solidFill>
                  <a:srgbClr val="ECEEE9"/>
                </a:solidFill>
                <a:latin typeface="Microsoft YaHei"/>
                <a:ea typeface="Microsoft YaHei"/>
                <a:cs typeface="Microsoft YaHei"/>
              </a:rPr>
              <a:t>主厅连接不同功能区，让玩家通过重复经过的位置建立方向感。</a:t>
            </a:r>
          </a:p>
        </p:txBody>
      </p:sp>
      <p:sp>
        <p:nvSpPr>
          <p:cNvPr id="10" name="02  OPTIONAL ROUTE">
            <a:extLst xmlns:a="http://schemas.openxmlformats.org/drawingml/2006/main">
              <a:ext uri="{FF2B5EF4-FFF2-40B4-BE49-F238E27FC236}">
                <a16:creationId xmlns:a16="http://schemas.microsoft.com/office/drawing/2014/main" id="{E0572268-1340-4AD6-9195-7B46EAF87BC0}"/>
              </a:ext>
            </a:extLst>
          </p:cNvPr>
          <p:cNvSpPr>
            <a:spLocks xmlns:a="http://schemas.openxmlformats.org/drawingml/2006/main" noGrp="1"/>
          </p:cNvSpPr>
          <p:nvPr/>
        </p:nvSpPr>
        <p:spPr>
          <a:xfrm xmlns:a="http://schemas.openxmlformats.org/drawingml/2006/main">
            <a:off x="11049000" y="394335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02  OPTIONAL ROUTE</a:t>
            </a:r>
          </a:p>
        </p:txBody>
      </p:sp>
      <p:sp>
        <p:nvSpPr>
          <p:cNvPr id="11" name="环路提供绕行选择">
            <a:extLst xmlns:a="http://schemas.openxmlformats.org/drawingml/2006/main">
              <a:ext uri="{FF2B5EF4-FFF2-40B4-BE49-F238E27FC236}">
                <a16:creationId xmlns:a16="http://schemas.microsoft.com/office/drawing/2014/main" id="{F989AC49-44AB-4C44-8BA6-4571C3356E0A}"/>
              </a:ext>
            </a:extLst>
          </p:cNvPr>
          <p:cNvSpPr>
            <a:spLocks xmlns:a="http://schemas.openxmlformats.org/drawingml/2006/main" noGrp="1"/>
          </p:cNvSpPr>
          <p:nvPr/>
        </p:nvSpPr>
        <p:spPr>
          <a:xfrm xmlns:a="http://schemas.openxmlformats.org/drawingml/2006/main">
            <a:off x="11049000" y="4267200"/>
            <a:ext cx="357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环路提供绕行选择</a:t>
            </a:r>
          </a:p>
        </p:txBody>
      </p:sp>
      <p:sp>
        <p:nvSpPr>
          <p:cNvPr id="12" name="矿区侧环与侧向连接构成备选路线。遇到压力时，玩家可以重新判断">
            <a:extLst xmlns:a="http://schemas.openxmlformats.org/drawingml/2006/main">
              <a:ext uri="{FF2B5EF4-FFF2-40B4-BE49-F238E27FC236}">
                <a16:creationId xmlns:a16="http://schemas.microsoft.com/office/drawing/2014/main" id="{74D17F4F-5181-46D7-9467-BD6BC6E8E5E6}"/>
              </a:ext>
            </a:extLst>
          </p:cNvPr>
          <p:cNvSpPr>
            <a:spLocks xmlns:a="http://schemas.openxmlformats.org/drawingml/2006/main" noGrp="1"/>
          </p:cNvSpPr>
          <p:nvPr/>
        </p:nvSpPr>
        <p:spPr>
          <a:xfrm xmlns:a="http://schemas.openxmlformats.org/drawingml/2006/main">
            <a:off x="11049000" y="4743450"/>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CEEE9"/>
                </a:solidFill>
                <a:latin typeface="Microsoft YaHei"/>
                <a:ea typeface="Microsoft YaHei"/>
                <a:cs typeface="Microsoft YaHei"/>
              </a:defRPr>
            </a:defPPr>
            <a:lvl1pPr>
              <a:defRPr sz="1800" b="0">
                <a:solidFill>
                  <a:srgbClr val="ECEEE9"/>
                </a:solidFill>
                <a:latin typeface="Microsoft YaHei"/>
                <a:ea typeface="Microsoft YaHei"/>
                <a:cs typeface="Microsoft YaHei"/>
              </a:defRPr>
            </a:lvl1pPr>
            <a:lvl2pPr>
              <a:defRPr sz="1800" b="0">
                <a:solidFill>
                  <a:srgbClr val="ECEEE9"/>
                </a:solidFill>
                <a:latin typeface="Microsoft YaHei"/>
                <a:ea typeface="Microsoft YaHei"/>
                <a:cs typeface="Microsoft YaHei"/>
              </a:defRPr>
            </a:lvl2pPr>
            <a:lvl3pPr>
              <a:defRPr sz="1800" b="0">
                <a:solidFill>
                  <a:srgbClr val="ECEEE9"/>
                </a:solidFill>
                <a:latin typeface="Microsoft YaHei"/>
                <a:ea typeface="Microsoft YaHei"/>
                <a:cs typeface="Microsoft YaHei"/>
              </a:defRPr>
            </a:lvl3pPr>
            <a:lvl4pPr>
              <a:defRPr sz="1800" b="0">
                <a:solidFill>
                  <a:srgbClr val="ECEEE9"/>
                </a:solidFill>
                <a:latin typeface="Microsoft YaHei"/>
                <a:ea typeface="Microsoft YaHei"/>
                <a:cs typeface="Microsoft YaHei"/>
              </a:defRPr>
            </a:lvl4pPr>
            <a:lvl5pPr>
              <a:defRPr sz="1800" b="0">
                <a:solidFill>
                  <a:srgbClr val="ECEEE9"/>
                </a:solidFill>
                <a:latin typeface="Microsoft YaHei"/>
                <a:ea typeface="Microsoft YaHei"/>
                <a:cs typeface="Microsoft YaHei"/>
              </a:defRPr>
            </a:lvl5pPr>
            <a:lvl6pPr>
              <a:defRPr sz="1800" b="0">
                <a:solidFill>
                  <a:srgbClr val="ECEEE9"/>
                </a:solidFill>
                <a:latin typeface="Microsoft YaHei"/>
                <a:ea typeface="Microsoft YaHei"/>
                <a:cs typeface="Microsoft YaHei"/>
              </a:defRPr>
            </a:lvl6pPr>
            <a:lvl7pPr>
              <a:defRPr sz="1800" b="0">
                <a:solidFill>
                  <a:srgbClr val="ECEEE9"/>
                </a:solidFill>
                <a:latin typeface="Microsoft YaHei"/>
                <a:ea typeface="Microsoft YaHei"/>
                <a:cs typeface="Microsoft YaHei"/>
              </a:defRPr>
            </a:lvl7pPr>
            <a:lvl8pPr>
              <a:defRPr sz="1800" b="0">
                <a:solidFill>
                  <a:srgbClr val="ECEEE9"/>
                </a:solidFill>
                <a:latin typeface="Microsoft YaHei"/>
                <a:ea typeface="Microsoft YaHei"/>
                <a:cs typeface="Microsoft YaHei"/>
              </a:defRPr>
            </a:lvl8pPr>
            <a:lvl9pPr>
              <a:defRPr sz="1800" b="0">
                <a:solidFill>
                  <a:srgbClr val="ECEEE9"/>
                </a:solidFill>
                <a:latin typeface="Microsoft YaHei"/>
                <a:ea typeface="Microsoft YaHei"/>
                <a:cs typeface="Microsoft YaHei"/>
              </a:defRPr>
            </a:lvl9pPr>
          </a:lstStyle>
          <a:p xmlns:a="http://schemas.openxmlformats.org/drawingml/2006/main">
            <a:pPr>
              <a:defRPr sz="1800" b="0">
                <a:solidFill>
                  <a:srgbClr val="ECEEE9"/>
                </a:solidFill>
                <a:latin typeface="Microsoft YaHei"/>
                <a:ea typeface="Microsoft YaHei"/>
                <a:cs typeface="Microsoft YaHei"/>
              </a:defRPr>
            </a:pPr>
            <a:r>
              <a:rPr sz="1800" b="0">
                <a:solidFill>
                  <a:srgbClr val="ECEEE9"/>
                </a:solidFill>
                <a:latin typeface="Microsoft YaHei"/>
                <a:ea typeface="Microsoft YaHei"/>
                <a:cs typeface="Microsoft YaHei"/>
              </a:rPr>
              <a:t>矿区侧环与侧向连接构成备选路线。遇到压力时，玩家可以重新判断路径。</a:t>
            </a:r>
          </a:p>
        </p:txBody>
      </p:sp>
      <p:sp>
        <p:nvSpPr>
          <p:cNvPr id="13" name="03  ESCAPE DIRECTION">
            <a:extLst xmlns:a="http://schemas.openxmlformats.org/drawingml/2006/main">
              <a:ext uri="{FF2B5EF4-FFF2-40B4-BE49-F238E27FC236}">
                <a16:creationId xmlns:a16="http://schemas.microsoft.com/office/drawing/2014/main" id="{7C960FAA-4733-49B8-AFCA-4B599FA11D83}"/>
              </a:ext>
            </a:extLst>
          </p:cNvPr>
          <p:cNvSpPr>
            <a:spLocks xmlns:a="http://schemas.openxmlformats.org/drawingml/2006/main" noGrp="1"/>
          </p:cNvSpPr>
          <p:nvPr/>
        </p:nvSpPr>
        <p:spPr>
          <a:xfrm xmlns:a="http://schemas.openxmlformats.org/drawingml/2006/main">
            <a:off x="11049000" y="6315075"/>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433B"/>
                </a:solidFill>
                <a:latin typeface="Bahnschrift"/>
                <a:ea typeface="Bahnschrift"/>
                <a:cs typeface="Bahnschrift"/>
              </a:defRPr>
            </a:defPPr>
            <a:lvl1pPr>
              <a:defRPr sz="1275" b="1">
                <a:solidFill>
                  <a:srgbClr val="A9433B"/>
                </a:solidFill>
                <a:latin typeface="Bahnschrift"/>
                <a:ea typeface="Bahnschrift"/>
                <a:cs typeface="Bahnschrift"/>
              </a:defRPr>
            </a:lvl1pPr>
            <a:lvl2pPr>
              <a:defRPr sz="1275" b="1">
                <a:solidFill>
                  <a:srgbClr val="A9433B"/>
                </a:solidFill>
                <a:latin typeface="Bahnschrift"/>
                <a:ea typeface="Bahnschrift"/>
                <a:cs typeface="Bahnschrift"/>
              </a:defRPr>
            </a:lvl2pPr>
            <a:lvl3pPr>
              <a:defRPr sz="1275" b="1">
                <a:solidFill>
                  <a:srgbClr val="A9433B"/>
                </a:solidFill>
                <a:latin typeface="Bahnschrift"/>
                <a:ea typeface="Bahnschrift"/>
                <a:cs typeface="Bahnschrift"/>
              </a:defRPr>
            </a:lvl3pPr>
            <a:lvl4pPr>
              <a:defRPr sz="1275" b="1">
                <a:solidFill>
                  <a:srgbClr val="A9433B"/>
                </a:solidFill>
                <a:latin typeface="Bahnschrift"/>
                <a:ea typeface="Bahnschrift"/>
                <a:cs typeface="Bahnschrift"/>
              </a:defRPr>
            </a:lvl4pPr>
            <a:lvl5pPr>
              <a:defRPr sz="1275" b="1">
                <a:solidFill>
                  <a:srgbClr val="A9433B"/>
                </a:solidFill>
                <a:latin typeface="Bahnschrift"/>
                <a:ea typeface="Bahnschrift"/>
                <a:cs typeface="Bahnschrift"/>
              </a:defRPr>
            </a:lvl5pPr>
            <a:lvl6pPr>
              <a:defRPr sz="1275" b="1">
                <a:solidFill>
                  <a:srgbClr val="A9433B"/>
                </a:solidFill>
                <a:latin typeface="Bahnschrift"/>
                <a:ea typeface="Bahnschrift"/>
                <a:cs typeface="Bahnschrift"/>
              </a:defRPr>
            </a:lvl6pPr>
            <a:lvl7pPr>
              <a:defRPr sz="1275" b="1">
                <a:solidFill>
                  <a:srgbClr val="A9433B"/>
                </a:solidFill>
                <a:latin typeface="Bahnschrift"/>
                <a:ea typeface="Bahnschrift"/>
                <a:cs typeface="Bahnschrift"/>
              </a:defRPr>
            </a:lvl7pPr>
            <a:lvl8pPr>
              <a:defRPr sz="1275" b="1">
                <a:solidFill>
                  <a:srgbClr val="A9433B"/>
                </a:solidFill>
                <a:latin typeface="Bahnschrift"/>
                <a:ea typeface="Bahnschrift"/>
                <a:cs typeface="Bahnschrift"/>
              </a:defRPr>
            </a:lvl8pPr>
            <a:lvl9pPr>
              <a:defRPr sz="1275" b="1">
                <a:solidFill>
                  <a:srgbClr val="A9433B"/>
                </a:solidFill>
                <a:latin typeface="Bahnschrift"/>
                <a:ea typeface="Bahnschrift"/>
                <a:cs typeface="Bahnschrift"/>
              </a:defRPr>
            </a:lvl9pPr>
          </a:lstStyle>
          <a:p xmlns:a="http://schemas.openxmlformats.org/drawingml/2006/main">
            <a:pPr>
              <a:defRPr sz="1275" b="1">
                <a:solidFill>
                  <a:srgbClr val="A9433B"/>
                </a:solidFill>
                <a:latin typeface="Bahnschrift"/>
                <a:ea typeface="Bahnschrift"/>
                <a:cs typeface="Bahnschrift"/>
              </a:defRPr>
            </a:pPr>
            <a:r>
              <a:rPr sz="1275" b="1">
                <a:solidFill>
                  <a:srgbClr val="A9433B"/>
                </a:solidFill>
                <a:latin typeface="Bahnschrift"/>
                <a:ea typeface="Bahnschrift"/>
                <a:cs typeface="Bahnschrift"/>
              </a:rPr>
              <a:t>03  ESCAPE DIRECTION</a:t>
            </a:r>
          </a:p>
        </p:txBody>
      </p:sp>
      <p:sp>
        <p:nvSpPr>
          <p:cNvPr id="14" name="出口形成前进目标">
            <a:extLst xmlns:a="http://schemas.openxmlformats.org/drawingml/2006/main">
              <a:ext uri="{FF2B5EF4-FFF2-40B4-BE49-F238E27FC236}">
                <a16:creationId xmlns:a16="http://schemas.microsoft.com/office/drawing/2014/main" id="{214AA640-7833-4BEC-B8D9-D129FEB426E8}"/>
              </a:ext>
            </a:extLst>
          </p:cNvPr>
          <p:cNvSpPr>
            <a:spLocks xmlns:a="http://schemas.openxmlformats.org/drawingml/2006/main" noGrp="1"/>
          </p:cNvSpPr>
          <p:nvPr/>
        </p:nvSpPr>
        <p:spPr>
          <a:xfrm xmlns:a="http://schemas.openxmlformats.org/drawingml/2006/main">
            <a:off x="11049000" y="6638925"/>
            <a:ext cx="357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CEEE9"/>
                </a:solidFill>
                <a:latin typeface="Microsoft YaHei"/>
                <a:ea typeface="Microsoft YaHei"/>
                <a:cs typeface="Microsoft YaHei"/>
              </a:defRPr>
            </a:defPPr>
            <a:lvl1pPr>
              <a:defRPr sz="2250" b="1">
                <a:solidFill>
                  <a:srgbClr val="ECEEE9"/>
                </a:solidFill>
                <a:latin typeface="Microsoft YaHei"/>
                <a:ea typeface="Microsoft YaHei"/>
                <a:cs typeface="Microsoft YaHei"/>
              </a:defRPr>
            </a:lvl1pPr>
            <a:lvl2pPr>
              <a:defRPr sz="2250" b="1">
                <a:solidFill>
                  <a:srgbClr val="ECEEE9"/>
                </a:solidFill>
                <a:latin typeface="Microsoft YaHei"/>
                <a:ea typeface="Microsoft YaHei"/>
                <a:cs typeface="Microsoft YaHei"/>
              </a:defRPr>
            </a:lvl2pPr>
            <a:lvl3pPr>
              <a:defRPr sz="2250" b="1">
                <a:solidFill>
                  <a:srgbClr val="ECEEE9"/>
                </a:solidFill>
                <a:latin typeface="Microsoft YaHei"/>
                <a:ea typeface="Microsoft YaHei"/>
                <a:cs typeface="Microsoft YaHei"/>
              </a:defRPr>
            </a:lvl3pPr>
            <a:lvl4pPr>
              <a:defRPr sz="2250" b="1">
                <a:solidFill>
                  <a:srgbClr val="ECEEE9"/>
                </a:solidFill>
                <a:latin typeface="Microsoft YaHei"/>
                <a:ea typeface="Microsoft YaHei"/>
                <a:cs typeface="Microsoft YaHei"/>
              </a:defRPr>
            </a:lvl4pPr>
            <a:lvl5pPr>
              <a:defRPr sz="2250" b="1">
                <a:solidFill>
                  <a:srgbClr val="ECEEE9"/>
                </a:solidFill>
                <a:latin typeface="Microsoft YaHei"/>
                <a:ea typeface="Microsoft YaHei"/>
                <a:cs typeface="Microsoft YaHei"/>
              </a:defRPr>
            </a:lvl5pPr>
            <a:lvl6pPr>
              <a:defRPr sz="2250" b="1">
                <a:solidFill>
                  <a:srgbClr val="ECEEE9"/>
                </a:solidFill>
                <a:latin typeface="Microsoft YaHei"/>
                <a:ea typeface="Microsoft YaHei"/>
                <a:cs typeface="Microsoft YaHei"/>
              </a:defRPr>
            </a:lvl6pPr>
            <a:lvl7pPr>
              <a:defRPr sz="2250" b="1">
                <a:solidFill>
                  <a:srgbClr val="ECEEE9"/>
                </a:solidFill>
                <a:latin typeface="Microsoft YaHei"/>
                <a:ea typeface="Microsoft YaHei"/>
                <a:cs typeface="Microsoft YaHei"/>
              </a:defRPr>
            </a:lvl7pPr>
            <a:lvl8pPr>
              <a:defRPr sz="2250" b="1">
                <a:solidFill>
                  <a:srgbClr val="ECEEE9"/>
                </a:solidFill>
                <a:latin typeface="Microsoft YaHei"/>
                <a:ea typeface="Microsoft YaHei"/>
                <a:cs typeface="Microsoft YaHei"/>
              </a:defRPr>
            </a:lvl8pPr>
            <a:lvl9pPr>
              <a:defRPr sz="2250" b="1">
                <a:solidFill>
                  <a:srgbClr val="ECEEE9"/>
                </a:solidFill>
                <a:latin typeface="Microsoft YaHei"/>
                <a:ea typeface="Microsoft YaHei"/>
                <a:cs typeface="Microsoft YaHei"/>
              </a:defRPr>
            </a:lvl9pPr>
          </a:lstStyle>
          <a:p xmlns:a="http://schemas.openxmlformats.org/drawingml/2006/main">
            <a:pPr>
              <a:defRPr sz="2250" b="1">
                <a:solidFill>
                  <a:srgbClr val="ECEEE9"/>
                </a:solidFill>
                <a:latin typeface="Microsoft YaHei"/>
                <a:ea typeface="Microsoft YaHei"/>
                <a:cs typeface="Microsoft YaHei"/>
              </a:defRPr>
            </a:pPr>
            <a:r>
              <a:rPr sz="2250" b="1">
                <a:solidFill>
                  <a:srgbClr val="ECEEE9"/>
                </a:solidFill>
                <a:latin typeface="Microsoft YaHei"/>
                <a:ea typeface="Microsoft YaHei"/>
                <a:cs typeface="Microsoft YaHei"/>
              </a:rPr>
              <a:t>出口形成前进目标</a:t>
            </a:r>
          </a:p>
        </p:txBody>
      </p:sp>
      <p:sp>
        <p:nvSpPr>
          <p:cNvPr id="15" name="通风井出口为探索提供方向，机关节点改变局部通路状态。">
            <a:extLst xmlns:a="http://schemas.openxmlformats.org/drawingml/2006/main">
              <a:ext uri="{FF2B5EF4-FFF2-40B4-BE49-F238E27FC236}">
                <a16:creationId xmlns:a16="http://schemas.microsoft.com/office/drawing/2014/main" id="{C3B463C6-4660-49CB-8613-413F247BA819}"/>
              </a:ext>
            </a:extLst>
          </p:cNvPr>
          <p:cNvSpPr>
            <a:spLocks xmlns:a="http://schemas.openxmlformats.org/drawingml/2006/main" noGrp="1"/>
          </p:cNvSpPr>
          <p:nvPr/>
        </p:nvSpPr>
        <p:spPr>
          <a:xfrm xmlns:a="http://schemas.openxmlformats.org/drawingml/2006/main">
            <a:off x="11049000" y="7115175"/>
            <a:ext cx="3524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CEEE9"/>
                </a:solidFill>
                <a:latin typeface="Microsoft YaHei"/>
                <a:ea typeface="Microsoft YaHei"/>
                <a:cs typeface="Microsoft YaHei"/>
              </a:defRPr>
            </a:defPPr>
            <a:lvl1pPr>
              <a:defRPr sz="1800" b="0">
                <a:solidFill>
                  <a:srgbClr val="ECEEE9"/>
                </a:solidFill>
                <a:latin typeface="Microsoft YaHei"/>
                <a:ea typeface="Microsoft YaHei"/>
                <a:cs typeface="Microsoft YaHei"/>
              </a:defRPr>
            </a:lvl1pPr>
            <a:lvl2pPr>
              <a:defRPr sz="1800" b="0">
                <a:solidFill>
                  <a:srgbClr val="ECEEE9"/>
                </a:solidFill>
                <a:latin typeface="Microsoft YaHei"/>
                <a:ea typeface="Microsoft YaHei"/>
                <a:cs typeface="Microsoft YaHei"/>
              </a:defRPr>
            </a:lvl2pPr>
            <a:lvl3pPr>
              <a:defRPr sz="1800" b="0">
                <a:solidFill>
                  <a:srgbClr val="ECEEE9"/>
                </a:solidFill>
                <a:latin typeface="Microsoft YaHei"/>
                <a:ea typeface="Microsoft YaHei"/>
                <a:cs typeface="Microsoft YaHei"/>
              </a:defRPr>
            </a:lvl3pPr>
            <a:lvl4pPr>
              <a:defRPr sz="1800" b="0">
                <a:solidFill>
                  <a:srgbClr val="ECEEE9"/>
                </a:solidFill>
                <a:latin typeface="Microsoft YaHei"/>
                <a:ea typeface="Microsoft YaHei"/>
                <a:cs typeface="Microsoft YaHei"/>
              </a:defRPr>
            </a:lvl4pPr>
            <a:lvl5pPr>
              <a:defRPr sz="1800" b="0">
                <a:solidFill>
                  <a:srgbClr val="ECEEE9"/>
                </a:solidFill>
                <a:latin typeface="Microsoft YaHei"/>
                <a:ea typeface="Microsoft YaHei"/>
                <a:cs typeface="Microsoft YaHei"/>
              </a:defRPr>
            </a:lvl5pPr>
            <a:lvl6pPr>
              <a:defRPr sz="1800" b="0">
                <a:solidFill>
                  <a:srgbClr val="ECEEE9"/>
                </a:solidFill>
                <a:latin typeface="Microsoft YaHei"/>
                <a:ea typeface="Microsoft YaHei"/>
                <a:cs typeface="Microsoft YaHei"/>
              </a:defRPr>
            </a:lvl6pPr>
            <a:lvl7pPr>
              <a:defRPr sz="1800" b="0">
                <a:solidFill>
                  <a:srgbClr val="ECEEE9"/>
                </a:solidFill>
                <a:latin typeface="Microsoft YaHei"/>
                <a:ea typeface="Microsoft YaHei"/>
                <a:cs typeface="Microsoft YaHei"/>
              </a:defRPr>
            </a:lvl7pPr>
            <a:lvl8pPr>
              <a:defRPr sz="1800" b="0">
                <a:solidFill>
                  <a:srgbClr val="ECEEE9"/>
                </a:solidFill>
                <a:latin typeface="Microsoft YaHei"/>
                <a:ea typeface="Microsoft YaHei"/>
                <a:cs typeface="Microsoft YaHei"/>
              </a:defRPr>
            </a:lvl8pPr>
            <a:lvl9pPr>
              <a:defRPr sz="1800" b="0">
                <a:solidFill>
                  <a:srgbClr val="ECEEE9"/>
                </a:solidFill>
                <a:latin typeface="Microsoft YaHei"/>
                <a:ea typeface="Microsoft YaHei"/>
                <a:cs typeface="Microsoft YaHei"/>
              </a:defRPr>
            </a:lvl9pPr>
          </a:lstStyle>
          <a:p xmlns:a="http://schemas.openxmlformats.org/drawingml/2006/main">
            <a:pPr>
              <a:defRPr sz="1800" b="0">
                <a:solidFill>
                  <a:srgbClr val="ECEEE9"/>
                </a:solidFill>
                <a:latin typeface="Microsoft YaHei"/>
                <a:ea typeface="Microsoft YaHei"/>
                <a:cs typeface="Microsoft YaHei"/>
              </a:defRPr>
            </a:pPr>
            <a:r>
              <a:rPr sz="1800" b="0">
                <a:solidFill>
                  <a:srgbClr val="ECEEE9"/>
                </a:solidFill>
                <a:latin typeface="Microsoft YaHei"/>
                <a:ea typeface="Microsoft YaHei"/>
                <a:cs typeface="Microsoft YaHei"/>
              </a:rPr>
              <a:t>通风井出口为探索提供方向，机关节点改变局部通路状态。</a:t>
            </a:r>
          </a:p>
        </p:txBody>
      </p:sp>
      <p:sp>
        <p:nvSpPr>
          <p:cNvPr id="16" name="既有关卡概念图：展示动线方案，不代表当前场景的实测平面或已完">
            <a:extLst xmlns:a="http://schemas.openxmlformats.org/drawingml/2006/main">
              <a:ext uri="{FF2B5EF4-FFF2-40B4-BE49-F238E27FC236}">
                <a16:creationId xmlns:a16="http://schemas.microsoft.com/office/drawing/2014/main" id="{09531184-0F11-422C-B0BA-2E25F446B8EC}"/>
              </a:ext>
            </a:extLst>
          </p:cNvPr>
          <p:cNvSpPr>
            <a:spLocks xmlns:a="http://schemas.openxmlformats.org/drawingml/2006/main" noGrp="1"/>
          </p:cNvSpPr>
          <p:nvPr/>
        </p:nvSpPr>
        <p:spPr>
          <a:xfrm xmlns:a="http://schemas.openxmlformats.org/drawingml/2006/main">
            <a:off x="723900" y="7781925"/>
            <a:ext cx="9753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4AFAC"/>
                </a:solidFill>
                <a:latin typeface="Microsoft YaHei"/>
                <a:ea typeface="Microsoft YaHei"/>
                <a:cs typeface="Microsoft YaHei"/>
              </a:defRPr>
            </a:defPPr>
            <a:lvl1pPr>
              <a:defRPr sz="1275" b="0">
                <a:solidFill>
                  <a:srgbClr val="A4AFAC"/>
                </a:solidFill>
                <a:latin typeface="Microsoft YaHei"/>
                <a:ea typeface="Microsoft YaHei"/>
                <a:cs typeface="Microsoft YaHei"/>
              </a:defRPr>
            </a:lvl1pPr>
            <a:lvl2pPr>
              <a:defRPr sz="1275" b="0">
                <a:solidFill>
                  <a:srgbClr val="A4AFAC"/>
                </a:solidFill>
                <a:latin typeface="Microsoft YaHei"/>
                <a:ea typeface="Microsoft YaHei"/>
                <a:cs typeface="Microsoft YaHei"/>
              </a:defRPr>
            </a:lvl2pPr>
            <a:lvl3pPr>
              <a:defRPr sz="1275" b="0">
                <a:solidFill>
                  <a:srgbClr val="A4AFAC"/>
                </a:solidFill>
                <a:latin typeface="Microsoft YaHei"/>
                <a:ea typeface="Microsoft YaHei"/>
                <a:cs typeface="Microsoft YaHei"/>
              </a:defRPr>
            </a:lvl3pPr>
            <a:lvl4pPr>
              <a:defRPr sz="1275" b="0">
                <a:solidFill>
                  <a:srgbClr val="A4AFAC"/>
                </a:solidFill>
                <a:latin typeface="Microsoft YaHei"/>
                <a:ea typeface="Microsoft YaHei"/>
                <a:cs typeface="Microsoft YaHei"/>
              </a:defRPr>
            </a:lvl4pPr>
            <a:lvl5pPr>
              <a:defRPr sz="1275" b="0">
                <a:solidFill>
                  <a:srgbClr val="A4AFAC"/>
                </a:solidFill>
                <a:latin typeface="Microsoft YaHei"/>
                <a:ea typeface="Microsoft YaHei"/>
                <a:cs typeface="Microsoft YaHei"/>
              </a:defRPr>
            </a:lvl5pPr>
            <a:lvl6pPr>
              <a:defRPr sz="1275" b="0">
                <a:solidFill>
                  <a:srgbClr val="A4AFAC"/>
                </a:solidFill>
                <a:latin typeface="Microsoft YaHei"/>
                <a:ea typeface="Microsoft YaHei"/>
                <a:cs typeface="Microsoft YaHei"/>
              </a:defRPr>
            </a:lvl6pPr>
            <a:lvl7pPr>
              <a:defRPr sz="1275" b="0">
                <a:solidFill>
                  <a:srgbClr val="A4AFAC"/>
                </a:solidFill>
                <a:latin typeface="Microsoft YaHei"/>
                <a:ea typeface="Microsoft YaHei"/>
                <a:cs typeface="Microsoft YaHei"/>
              </a:defRPr>
            </a:lvl7pPr>
            <a:lvl8pPr>
              <a:defRPr sz="1275" b="0">
                <a:solidFill>
                  <a:srgbClr val="A4AFAC"/>
                </a:solidFill>
                <a:latin typeface="Microsoft YaHei"/>
                <a:ea typeface="Microsoft YaHei"/>
                <a:cs typeface="Microsoft YaHei"/>
              </a:defRPr>
            </a:lvl8pPr>
            <a:lvl9pPr>
              <a:defRPr sz="1275" b="0">
                <a:solidFill>
                  <a:srgbClr val="A4AFAC"/>
                </a:solidFill>
                <a:latin typeface="Microsoft YaHei"/>
                <a:ea typeface="Microsoft YaHei"/>
                <a:cs typeface="Microsoft YaHei"/>
              </a:defRPr>
            </a:lvl9pPr>
          </a:lstStyle>
          <a:p xmlns:a="http://schemas.openxmlformats.org/drawingml/2006/main">
            <a:pPr>
              <a:defRPr sz="1275" b="0">
                <a:solidFill>
                  <a:srgbClr val="A4AFAC"/>
                </a:solidFill>
                <a:latin typeface="Microsoft YaHei"/>
                <a:ea typeface="Microsoft YaHei"/>
                <a:cs typeface="Microsoft YaHei"/>
              </a:defRPr>
            </a:pPr>
            <a:r>
              <a:rPr sz="1275" b="0">
                <a:solidFill>
                  <a:srgbClr val="A4AFAC"/>
                </a:solidFill>
                <a:latin typeface="Microsoft YaHei"/>
                <a:ea typeface="Microsoft YaHei"/>
                <a:cs typeface="Microsoft YaHei"/>
              </a:rPr>
              <a:t>既有关卡概念图：展示动线方案，不代表当前场景的实测平面或已完成内容。</a:t>
            </a:r>
          </a:p>
        </p:txBody>
      </p:sp>
    </p:spTree>
    <p:extLst>
      <p:ext uri="{BB962C8B-B14F-4D97-AF65-F5344CB8AC3E}">
        <p14:creationId xmlns:p14="http://schemas.microsoft.com/office/powerpoint/2010/main" val="1933706837"/>
      </p:ext>
    </p:extLst>
  </p:cSld>
</p:sld>
</file>

<file path=ppt/slides/slide6.xml><?xml version="1.0" encoding="utf-8"?>
<p:sld xmlns:p="http://schemas.openxmlformats.org/presentationml/2006/main">
  <p:cSld>
    <p:bg>
      <p:bgPr>
        <a:solidFill xmlns:a="http://schemas.openxmlformats.org/drawingml/2006/main">
          <a:srgbClr val="080D0F"/>
        </a:solidFill>
      </p:bgPr>
    </p:bg>
    <p:spTree>
      <p:nvGrpSpPr>
        <p:cNvPr id="1" name=""/>
        <p:cNvGrpSpPr/>
        <p:nvPr/>
      </p:nvGrpSpPr>
      <p:grpSpPr>
        <a:xfrm xmlns:a="http://schemas.openxmlformats.org/drawingml/2006/main"/>
      </p:grpSpPr>
      <p:sp>
        <p:nvSpPr>
          <p:cNvPr id="14" name="ATMOSPHERE &amp; VISUAL GUIDANCE">
            <a:extLst xmlns:a="http://schemas.openxmlformats.org/drawingml/2006/main">
              <a:ext uri="{FF2B5EF4-FFF2-40B4-BE49-F238E27FC236}">
                <a16:creationId xmlns:a16="http://schemas.microsoft.com/office/drawing/2014/main" id="{E09D656E-EACD-4DA5-8BE4-BFAE4B00D520}"/>
              </a:ext>
            </a:extLst>
          </p:cNvPr>
          <p:cNvSpPr>
            <a:spLocks xmlns:a="http://schemas.openxmlformats.org/drawingml/2006/main" noGrp="1"/>
          </p:cNvSpPr>
          <p:nvPr/>
        </p:nvSpPr>
        <p:spPr>
          <a:xfrm xmlns:a="http://schemas.openxmlformats.org/drawingml/2006/main">
            <a:off x="609600" y="4191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ECEEE9"/>
                </a:solidFill>
                <a:latin typeface="Bahnschrift"/>
                <a:ea typeface="Bahnschrift"/>
                <a:cs typeface="Bahnschrift"/>
              </a:defRPr>
            </a:defPPr>
            <a:lvl1pPr>
              <a:defRPr sz="3150" b="1">
                <a:solidFill>
                  <a:srgbClr val="ECEEE9"/>
                </a:solidFill>
                <a:latin typeface="Bahnschrift"/>
                <a:ea typeface="Bahnschrift"/>
                <a:cs typeface="Bahnschrift"/>
              </a:defRPr>
            </a:lvl1pPr>
            <a:lvl2pPr>
              <a:defRPr sz="3150" b="1">
                <a:solidFill>
                  <a:srgbClr val="ECEEE9"/>
                </a:solidFill>
                <a:latin typeface="Bahnschrift"/>
                <a:ea typeface="Bahnschrift"/>
                <a:cs typeface="Bahnschrift"/>
              </a:defRPr>
            </a:lvl2pPr>
            <a:lvl3pPr>
              <a:defRPr sz="3150" b="1">
                <a:solidFill>
                  <a:srgbClr val="ECEEE9"/>
                </a:solidFill>
                <a:latin typeface="Bahnschrift"/>
                <a:ea typeface="Bahnschrift"/>
                <a:cs typeface="Bahnschrift"/>
              </a:defRPr>
            </a:lvl3pPr>
            <a:lvl4pPr>
              <a:defRPr sz="3150" b="1">
                <a:solidFill>
                  <a:srgbClr val="ECEEE9"/>
                </a:solidFill>
                <a:latin typeface="Bahnschrift"/>
                <a:ea typeface="Bahnschrift"/>
                <a:cs typeface="Bahnschrift"/>
              </a:defRPr>
            </a:lvl4pPr>
            <a:lvl5pPr>
              <a:defRPr sz="3150" b="1">
                <a:solidFill>
                  <a:srgbClr val="ECEEE9"/>
                </a:solidFill>
                <a:latin typeface="Bahnschrift"/>
                <a:ea typeface="Bahnschrift"/>
                <a:cs typeface="Bahnschrift"/>
              </a:defRPr>
            </a:lvl5pPr>
            <a:lvl6pPr>
              <a:defRPr sz="3150" b="1">
                <a:solidFill>
                  <a:srgbClr val="ECEEE9"/>
                </a:solidFill>
                <a:latin typeface="Bahnschrift"/>
                <a:ea typeface="Bahnschrift"/>
                <a:cs typeface="Bahnschrift"/>
              </a:defRPr>
            </a:lvl6pPr>
            <a:lvl7pPr>
              <a:defRPr sz="3150" b="1">
                <a:solidFill>
                  <a:srgbClr val="ECEEE9"/>
                </a:solidFill>
                <a:latin typeface="Bahnschrift"/>
                <a:ea typeface="Bahnschrift"/>
                <a:cs typeface="Bahnschrift"/>
              </a:defRPr>
            </a:lvl7pPr>
            <a:lvl8pPr>
              <a:defRPr sz="3150" b="1">
                <a:solidFill>
                  <a:srgbClr val="ECEEE9"/>
                </a:solidFill>
                <a:latin typeface="Bahnschrift"/>
                <a:ea typeface="Bahnschrift"/>
                <a:cs typeface="Bahnschrift"/>
              </a:defRPr>
            </a:lvl8pPr>
            <a:lvl9pPr>
              <a:defRPr sz="3150" b="1">
                <a:solidFill>
                  <a:srgbClr val="ECEEE9"/>
                </a:solidFill>
                <a:latin typeface="Bahnschrift"/>
                <a:ea typeface="Bahnschrift"/>
                <a:cs typeface="Bahnschrift"/>
              </a:defRPr>
            </a:lvl9pPr>
          </a:lstStyle>
          <a:p xmlns:a="http://schemas.openxmlformats.org/drawingml/2006/main">
            <a:pPr>
              <a:defRPr sz="3150" b="1">
                <a:solidFill>
                  <a:srgbClr val="ECEEE9"/>
                </a:solidFill>
                <a:latin typeface="Bahnschrift"/>
                <a:ea typeface="Bahnschrift"/>
                <a:cs typeface="Bahnschrift"/>
              </a:defRPr>
            </a:pPr>
            <a:r>
              <a:rPr sz="3150" b="1">
                <a:solidFill>
                  <a:srgbClr val="ECEEE9"/>
                </a:solidFill>
                <a:latin typeface="Bahnschrift"/>
                <a:ea typeface="Bahnschrift"/>
                <a:cs typeface="Bahnschrift"/>
              </a:rPr>
              <a:t>ATMOSPHERE &amp; VISUAL GUIDANCE</a:t>
            </a:r>
          </a:p>
        </p:txBody>
      </p:sp>
      <p:sp>
        <p:nvSpPr>
          <p:cNvPr id="2" name="在黑暗中保留方向，在烟雾中建立深度">
            <a:extLst xmlns:a="http://schemas.openxmlformats.org/drawingml/2006/main">
              <a:ext uri="{FF2B5EF4-FFF2-40B4-BE49-F238E27FC236}">
                <a16:creationId xmlns:a16="http://schemas.microsoft.com/office/drawing/2014/main" id="{9E156907-0FC9-419A-B976-4564BA52FF30}"/>
              </a:ext>
            </a:extLst>
          </p:cNvPr>
          <p:cNvSpPr>
            <a:spLocks xmlns:a="http://schemas.openxmlformats.org/drawingml/2006/main" noGrp="1"/>
          </p:cNvSpPr>
          <p:nvPr/>
        </p:nvSpPr>
        <p:spPr>
          <a:xfrm xmlns:a="http://schemas.openxmlformats.org/drawingml/2006/main">
            <a:off x="609600" y="1019175"/>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C5B5"/>
                </a:solidFill>
                <a:latin typeface="Microsoft YaHei"/>
                <a:ea typeface="Microsoft YaHei"/>
                <a:cs typeface="Microsoft YaHei"/>
              </a:defRPr>
            </a:defPPr>
            <a:lvl1pPr>
              <a:defRPr sz="2400" b="1">
                <a:solidFill>
                  <a:srgbClr val="83C5B5"/>
                </a:solidFill>
                <a:latin typeface="Microsoft YaHei"/>
                <a:ea typeface="Microsoft YaHei"/>
                <a:cs typeface="Microsoft YaHei"/>
              </a:defRPr>
            </a:lvl1pPr>
            <a:lvl2pPr>
              <a:defRPr sz="2400" b="1">
                <a:solidFill>
                  <a:srgbClr val="83C5B5"/>
                </a:solidFill>
                <a:latin typeface="Microsoft YaHei"/>
                <a:ea typeface="Microsoft YaHei"/>
                <a:cs typeface="Microsoft YaHei"/>
              </a:defRPr>
            </a:lvl2pPr>
            <a:lvl3pPr>
              <a:defRPr sz="2400" b="1">
                <a:solidFill>
                  <a:srgbClr val="83C5B5"/>
                </a:solidFill>
                <a:latin typeface="Microsoft YaHei"/>
                <a:ea typeface="Microsoft YaHei"/>
                <a:cs typeface="Microsoft YaHei"/>
              </a:defRPr>
            </a:lvl3pPr>
            <a:lvl4pPr>
              <a:defRPr sz="2400" b="1">
                <a:solidFill>
                  <a:srgbClr val="83C5B5"/>
                </a:solidFill>
                <a:latin typeface="Microsoft YaHei"/>
                <a:ea typeface="Microsoft YaHei"/>
                <a:cs typeface="Microsoft YaHei"/>
              </a:defRPr>
            </a:lvl4pPr>
            <a:lvl5pPr>
              <a:defRPr sz="2400" b="1">
                <a:solidFill>
                  <a:srgbClr val="83C5B5"/>
                </a:solidFill>
                <a:latin typeface="Microsoft YaHei"/>
                <a:ea typeface="Microsoft YaHei"/>
                <a:cs typeface="Microsoft YaHei"/>
              </a:defRPr>
            </a:lvl5pPr>
            <a:lvl6pPr>
              <a:defRPr sz="2400" b="1">
                <a:solidFill>
                  <a:srgbClr val="83C5B5"/>
                </a:solidFill>
                <a:latin typeface="Microsoft YaHei"/>
                <a:ea typeface="Microsoft YaHei"/>
                <a:cs typeface="Microsoft YaHei"/>
              </a:defRPr>
            </a:lvl6pPr>
            <a:lvl7pPr>
              <a:defRPr sz="2400" b="1">
                <a:solidFill>
                  <a:srgbClr val="83C5B5"/>
                </a:solidFill>
                <a:latin typeface="Microsoft YaHei"/>
                <a:ea typeface="Microsoft YaHei"/>
                <a:cs typeface="Microsoft YaHei"/>
              </a:defRPr>
            </a:lvl7pPr>
            <a:lvl8pPr>
              <a:defRPr sz="2400" b="1">
                <a:solidFill>
                  <a:srgbClr val="83C5B5"/>
                </a:solidFill>
                <a:latin typeface="Microsoft YaHei"/>
                <a:ea typeface="Microsoft YaHei"/>
                <a:cs typeface="Microsoft YaHei"/>
              </a:defRPr>
            </a:lvl8pPr>
            <a:lvl9pPr>
              <a:defRPr sz="2400" b="1">
                <a:solidFill>
                  <a:srgbClr val="83C5B5"/>
                </a:solidFill>
                <a:latin typeface="Microsoft YaHei"/>
                <a:ea typeface="Microsoft YaHei"/>
                <a:cs typeface="Microsoft YaHei"/>
              </a:defRPr>
            </a:lvl9pPr>
          </a:lstStyle>
          <a:p xmlns:a="http://schemas.openxmlformats.org/drawingml/2006/main">
            <a:pPr>
              <a:defRPr sz="2400" b="1">
                <a:solidFill>
                  <a:srgbClr val="83C5B5"/>
                </a:solidFill>
                <a:latin typeface="Microsoft YaHei"/>
                <a:ea typeface="Microsoft YaHei"/>
                <a:cs typeface="Microsoft YaHei"/>
              </a:defRPr>
            </a:pPr>
            <a:r>
              <a:rPr sz="2400" b="1">
                <a:solidFill>
                  <a:srgbClr val="83C5B5"/>
                </a:solidFill>
                <a:latin typeface="Microsoft YaHei"/>
                <a:ea typeface="Microsoft YaHei"/>
                <a:cs typeface="Microsoft YaHei"/>
              </a:rPr>
              <a:t>在黑暗中保留方向，在烟雾中建立深度</a:t>
            </a:r>
          </a:p>
        </p:txBody>
      </p:sp>
      <p:sp>
        <p:nvSpPr>
          <p:cNvPr id="3" name="">
            <a:extLst xmlns:a="http://schemas.openxmlformats.org/drawingml/2006/main">
              <a:ext uri="{FF2B5EF4-FFF2-40B4-BE49-F238E27FC236}">
                <a16:creationId xmlns:a16="http://schemas.microsoft.com/office/drawing/2014/main" id="{178CF6A5-C7DD-4140-8AE7-FFDECE8C16B4}"/>
              </a:ext>
            </a:extLst>
          </p:cNvPr>
          <p:cNvSpPr>
            <a:spLocks xmlns:a="http://schemas.openxmlformats.org/drawingml/2006/main" noGrp="1"/>
          </p:cNvSpPr>
          <p:nvPr/>
        </p:nvSpPr>
        <p:spPr>
          <a:xfrm xmlns:a="http://schemas.openxmlformats.org/drawingml/2006/main">
            <a:off x="609600" y="1543050"/>
            <a:ext cx="14020800" cy="19050"/>
          </a:xfrm>
          <a:prstGeom xmlns:a="http://schemas.openxmlformats.org/drawingml/2006/main" prst="rect">
            <a:avLst/>
          </a:prstGeom>
          <a:solidFill xmlns:a="http://schemas.openxmlformats.org/drawingml/2006/main">
            <a:srgbClr val="A9433B"/>
          </a:solidFill>
          <a:ln xmlns:a="http://schemas.openxmlformats.org/drawingml/2006/main" w="0">
            <a:noFill/>
          </a:ln>
        </p:spPr>
      </p:sp>
      <p:sp>
        <p:nvSpPr>
          <p:cNvPr id="4" name="BURIED ECHOES   /   JUNYU JIN">
            <a:extLst xmlns:a="http://schemas.openxmlformats.org/drawingml/2006/main">
              <a:ext uri="{FF2B5EF4-FFF2-40B4-BE49-F238E27FC236}">
                <a16:creationId xmlns:a16="http://schemas.microsoft.com/office/drawing/2014/main" id="{55D40BC0-B6CC-4CCC-BF30-7B6DC606421F}"/>
              </a:ext>
            </a:extLst>
          </p:cNvPr>
          <p:cNvSpPr>
            <a:spLocks xmlns:a="http://schemas.openxmlformats.org/drawingml/2006/main" noGrp="1"/>
          </p:cNvSpPr>
          <p:nvPr/>
        </p:nvSpPr>
        <p:spPr>
          <a:xfrm xmlns:a="http://schemas.openxmlformats.org/drawingml/2006/main">
            <a:off x="609600" y="82200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A4AFAC"/>
                </a:solidFill>
                <a:latin typeface="Bahnschrift"/>
                <a:ea typeface="Bahnschrift"/>
                <a:cs typeface="Bahnschrift"/>
              </a:defRPr>
            </a:defPPr>
            <a:lvl1pPr>
              <a:defRPr sz="1125" b="0">
                <a:solidFill>
                  <a:srgbClr val="A4AFAC"/>
                </a:solidFill>
                <a:latin typeface="Bahnschrift"/>
                <a:ea typeface="Bahnschrift"/>
                <a:cs typeface="Bahnschrift"/>
              </a:defRPr>
            </a:lvl1pPr>
            <a:lvl2pPr>
              <a:defRPr sz="1125" b="0">
                <a:solidFill>
                  <a:srgbClr val="A4AFAC"/>
                </a:solidFill>
                <a:latin typeface="Bahnschrift"/>
                <a:ea typeface="Bahnschrift"/>
                <a:cs typeface="Bahnschrift"/>
              </a:defRPr>
            </a:lvl2pPr>
            <a:lvl3pPr>
              <a:defRPr sz="1125" b="0">
                <a:solidFill>
                  <a:srgbClr val="A4AFAC"/>
                </a:solidFill>
                <a:latin typeface="Bahnschrift"/>
                <a:ea typeface="Bahnschrift"/>
                <a:cs typeface="Bahnschrift"/>
              </a:defRPr>
            </a:lvl3pPr>
            <a:lvl4pPr>
              <a:defRPr sz="1125" b="0">
                <a:solidFill>
                  <a:srgbClr val="A4AFAC"/>
                </a:solidFill>
                <a:latin typeface="Bahnschrift"/>
                <a:ea typeface="Bahnschrift"/>
                <a:cs typeface="Bahnschrift"/>
              </a:defRPr>
            </a:lvl4pPr>
            <a:lvl5pPr>
              <a:defRPr sz="1125" b="0">
                <a:solidFill>
                  <a:srgbClr val="A4AFAC"/>
                </a:solidFill>
                <a:latin typeface="Bahnschrift"/>
                <a:ea typeface="Bahnschrift"/>
                <a:cs typeface="Bahnschrift"/>
              </a:defRPr>
            </a:lvl5pPr>
            <a:lvl6pPr>
              <a:defRPr sz="1125" b="0">
                <a:solidFill>
                  <a:srgbClr val="A4AFAC"/>
                </a:solidFill>
                <a:latin typeface="Bahnschrift"/>
                <a:ea typeface="Bahnschrift"/>
                <a:cs typeface="Bahnschrift"/>
              </a:defRPr>
            </a:lvl6pPr>
            <a:lvl7pPr>
              <a:defRPr sz="1125" b="0">
                <a:solidFill>
                  <a:srgbClr val="A4AFAC"/>
                </a:solidFill>
                <a:latin typeface="Bahnschrift"/>
                <a:ea typeface="Bahnschrift"/>
                <a:cs typeface="Bahnschrift"/>
              </a:defRPr>
            </a:lvl7pPr>
            <a:lvl8pPr>
              <a:defRPr sz="1125" b="0">
                <a:solidFill>
                  <a:srgbClr val="A4AFAC"/>
                </a:solidFill>
                <a:latin typeface="Bahnschrift"/>
                <a:ea typeface="Bahnschrift"/>
                <a:cs typeface="Bahnschrift"/>
              </a:defRPr>
            </a:lvl8pPr>
            <a:lvl9pPr>
              <a:defRPr sz="1125" b="0">
                <a:solidFill>
                  <a:srgbClr val="A4AFAC"/>
                </a:solidFill>
                <a:latin typeface="Bahnschrift"/>
                <a:ea typeface="Bahnschrift"/>
                <a:cs typeface="Bahnschrift"/>
              </a:defRPr>
            </a:lvl9pPr>
          </a:lstStyle>
          <a:p xmlns:a="http://schemas.openxmlformats.org/drawingml/2006/main">
            <a:pPr>
              <a:defRPr sz="1125" b="0">
                <a:solidFill>
                  <a:srgbClr val="A4AFAC"/>
                </a:solidFill>
                <a:latin typeface="Bahnschrift"/>
                <a:ea typeface="Bahnschrift"/>
                <a:cs typeface="Bahnschrift"/>
              </a:defRPr>
            </a:pPr>
            <a:r>
              <a:rPr sz="1125" b="0">
                <a:solidFill>
                  <a:srgbClr val="A4AFAC"/>
                </a:solidFill>
                <a:latin typeface="Bahnschrift"/>
                <a:ea typeface="Bahnschrift"/>
                <a:cs typeface="Bahnschrift"/>
              </a:rPr>
              <a:t>BURIED ECHOES   /   JUNYU JIN</a:t>
            </a:r>
          </a:p>
        </p:txBody>
      </p:sp>
      <p:sp>
        <p:nvSpPr>
          <p:cNvPr id="5" name="06 / 06">
            <a:extLst xmlns:a="http://schemas.openxmlformats.org/drawingml/2006/main">
              <a:ext uri="{FF2B5EF4-FFF2-40B4-BE49-F238E27FC236}">
                <a16:creationId xmlns:a16="http://schemas.microsoft.com/office/drawing/2014/main" id="{1ACE8D14-CCBD-4B10-B4C6-287DA448D9FE}"/>
              </a:ext>
            </a:extLst>
          </p:cNvPr>
          <p:cNvSpPr>
            <a:spLocks xmlns:a="http://schemas.openxmlformats.org/drawingml/2006/main" noGrp="1"/>
          </p:cNvSpPr>
          <p:nvPr/>
        </p:nvSpPr>
        <p:spPr>
          <a:xfrm xmlns:a="http://schemas.openxmlformats.org/drawingml/2006/main">
            <a:off x="13639800" y="819150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A4AFAC"/>
                </a:solidFill>
                <a:latin typeface="Bahnschrift"/>
                <a:ea typeface="Bahnschrift"/>
                <a:cs typeface="Bahnschrift"/>
              </a:defRPr>
            </a:defPPr>
            <a:lvl1pPr>
              <a:defRPr sz="1425" b="0">
                <a:solidFill>
                  <a:srgbClr val="A4AFAC"/>
                </a:solidFill>
                <a:latin typeface="Bahnschrift"/>
                <a:ea typeface="Bahnschrift"/>
                <a:cs typeface="Bahnschrift"/>
              </a:defRPr>
            </a:lvl1pPr>
            <a:lvl2pPr>
              <a:defRPr sz="1425" b="0">
                <a:solidFill>
                  <a:srgbClr val="A4AFAC"/>
                </a:solidFill>
                <a:latin typeface="Bahnschrift"/>
                <a:ea typeface="Bahnschrift"/>
                <a:cs typeface="Bahnschrift"/>
              </a:defRPr>
            </a:lvl2pPr>
            <a:lvl3pPr>
              <a:defRPr sz="1425" b="0">
                <a:solidFill>
                  <a:srgbClr val="A4AFAC"/>
                </a:solidFill>
                <a:latin typeface="Bahnschrift"/>
                <a:ea typeface="Bahnschrift"/>
                <a:cs typeface="Bahnschrift"/>
              </a:defRPr>
            </a:lvl3pPr>
            <a:lvl4pPr>
              <a:defRPr sz="1425" b="0">
                <a:solidFill>
                  <a:srgbClr val="A4AFAC"/>
                </a:solidFill>
                <a:latin typeface="Bahnschrift"/>
                <a:ea typeface="Bahnschrift"/>
                <a:cs typeface="Bahnschrift"/>
              </a:defRPr>
            </a:lvl4pPr>
            <a:lvl5pPr>
              <a:defRPr sz="1425" b="0">
                <a:solidFill>
                  <a:srgbClr val="A4AFAC"/>
                </a:solidFill>
                <a:latin typeface="Bahnschrift"/>
                <a:ea typeface="Bahnschrift"/>
                <a:cs typeface="Bahnschrift"/>
              </a:defRPr>
            </a:lvl5pPr>
            <a:lvl6pPr>
              <a:defRPr sz="1425" b="0">
                <a:solidFill>
                  <a:srgbClr val="A4AFAC"/>
                </a:solidFill>
                <a:latin typeface="Bahnschrift"/>
                <a:ea typeface="Bahnschrift"/>
                <a:cs typeface="Bahnschrift"/>
              </a:defRPr>
            </a:lvl6pPr>
            <a:lvl7pPr>
              <a:defRPr sz="1425" b="0">
                <a:solidFill>
                  <a:srgbClr val="A4AFAC"/>
                </a:solidFill>
                <a:latin typeface="Bahnschrift"/>
                <a:ea typeface="Bahnschrift"/>
                <a:cs typeface="Bahnschrift"/>
              </a:defRPr>
            </a:lvl7pPr>
            <a:lvl8pPr>
              <a:defRPr sz="1425" b="0">
                <a:solidFill>
                  <a:srgbClr val="A4AFAC"/>
                </a:solidFill>
                <a:latin typeface="Bahnschrift"/>
                <a:ea typeface="Bahnschrift"/>
                <a:cs typeface="Bahnschrift"/>
              </a:defRPr>
            </a:lvl8pPr>
            <a:lvl9pPr>
              <a:defRPr sz="1425" b="0">
                <a:solidFill>
                  <a:srgbClr val="A4AFAC"/>
                </a:solidFill>
                <a:latin typeface="Bahnschrift"/>
                <a:ea typeface="Bahnschrift"/>
                <a:cs typeface="Bahnschrift"/>
              </a:defRPr>
            </a:lvl9pPr>
          </a:lstStyle>
          <a:p xmlns:a="http://schemas.openxmlformats.org/drawingml/2006/main">
            <a:pPr>
              <a:defRPr sz="1425" b="0">
                <a:solidFill>
                  <a:srgbClr val="A4AFAC"/>
                </a:solidFill>
                <a:latin typeface="Bahnschrift"/>
                <a:ea typeface="Bahnschrift"/>
                <a:cs typeface="Bahnschrift"/>
              </a:defRPr>
            </a:pPr>
            <a:r>
              <a:rPr sz="1425" b="0">
                <a:solidFill>
                  <a:srgbClr val="A4AFAC"/>
                </a:solidFill>
                <a:latin typeface="Bahnschrift"/>
                <a:ea typeface="Bahnschrift"/>
                <a:cs typeface="Bahnschrift"/>
              </a:rPr>
              <a:t>06 / 06</a:t>
            </a:r>
          </a:p>
        </p:txBody>
      </p:sp>
      <p:pic>
        <p:nvPicPr>
          <p:cNvPr id="6" name="">
            <a:extLst xmlns:a="http://schemas.openxmlformats.org/drawingml/2006/main">
              <a:ext uri="{FF2B5EF4-FFF2-40B4-BE49-F238E27FC236}">
                <a16:creationId xmlns:a16="http://schemas.microsoft.com/office/drawing/2014/main" id="{91123C33-9CC5-4457-A24F-AF86939BC2F4}"/>
              </a:ext>
            </a:extLst>
          </p:cNvPr>
          <p:cNvPicPr>
            <a:picLocks xmlns:a="http://schemas.openxmlformats.org/drawingml/2006/main" noChangeAspect="1"/>
          </p:cNvPicPr>
          <p:nvPr/>
        </p:nvPicPr>
        <p:blipFill>
          <a:blip xmlns:r="http://schemas.openxmlformats.org/officeDocument/2006/relationships" xmlns:a="http://schemas.openxmlformats.org/drawingml/2006/main" r:embed="Rcb47bc8c70954ef9"/>
          <a:srcRect xmlns:a="http://schemas.openxmlformats.org/drawingml/2006/main" l="0" t="2089" r="0" b="2089"/>
          <a:stretch xmlns:a="http://schemas.openxmlformats.org/drawingml/2006/main">
            <a:fillRect l="0" t="0" r="0" b="0"/>
          </a:stretch>
        </p:blipFill>
        <p:spPr>
          <a:xfrm xmlns:a="http://schemas.openxmlformats.org/drawingml/2006/main">
            <a:off x="609600" y="1819275"/>
            <a:ext cx="6838950" cy="4095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C4B4D41-589F-4542-84EA-4CBB09B4D649}"/>
              </a:ext>
            </a:extLst>
          </p:cNvPr>
          <p:cNvPicPr>
            <a:picLocks xmlns:a="http://schemas.openxmlformats.org/drawingml/2006/main" noChangeAspect="1"/>
          </p:cNvPicPr>
          <p:nvPr/>
        </p:nvPicPr>
        <p:blipFill>
          <a:blip xmlns:r="http://schemas.openxmlformats.org/officeDocument/2006/relationships" xmlns:a="http://schemas.openxmlformats.org/drawingml/2006/main" r:embed="Ra834a10e30c9441d"/>
          <a:srcRect xmlns:a="http://schemas.openxmlformats.org/drawingml/2006/main" l="0" t="2089" r="0" b="2089"/>
          <a:stretch xmlns:a="http://schemas.openxmlformats.org/drawingml/2006/main">
            <a:fillRect l="0" t="0" r="0" b="0"/>
          </a:stretch>
        </p:blipFill>
        <p:spPr>
          <a:xfrm xmlns:a="http://schemas.openxmlformats.org/drawingml/2006/main">
            <a:off x="7791450" y="1819275"/>
            <a:ext cx="6838950" cy="4095750"/>
          </a:xfrm>
          <a:prstGeom xmlns:a="http://schemas.openxmlformats.org/drawingml/2006/main" prst="rect">
            <a:avLst/>
          </a:prstGeom>
        </p:spPr>
      </p:pic>
      <p:sp>
        <p:nvSpPr>
          <p:cNvPr id="8" name="00s   固定视角">
            <a:extLst xmlns:a="http://schemas.openxmlformats.org/drawingml/2006/main">
              <a:ext uri="{FF2B5EF4-FFF2-40B4-BE49-F238E27FC236}">
                <a16:creationId xmlns:a16="http://schemas.microsoft.com/office/drawing/2014/main" id="{B2F9A7A8-5A16-4D8F-AAE3-A6F33D690C29}"/>
              </a:ext>
            </a:extLst>
          </p:cNvPr>
          <p:cNvSpPr>
            <a:spLocks xmlns:a="http://schemas.openxmlformats.org/drawingml/2006/main" noGrp="1"/>
          </p:cNvSpPr>
          <p:nvPr/>
        </p:nvSpPr>
        <p:spPr>
          <a:xfrm xmlns:a="http://schemas.openxmlformats.org/drawingml/2006/main">
            <a:off x="609600" y="6038850"/>
            <a:ext cx="6838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83C5B5"/>
                </a:solidFill>
                <a:latin typeface="Microsoft YaHei"/>
                <a:ea typeface="Microsoft YaHei"/>
                <a:cs typeface="Microsoft YaHei"/>
              </a:defRPr>
            </a:defPPr>
            <a:lvl1pPr>
              <a:defRPr sz="1500" b="1">
                <a:solidFill>
                  <a:srgbClr val="83C5B5"/>
                </a:solidFill>
                <a:latin typeface="Microsoft YaHei"/>
                <a:ea typeface="Microsoft YaHei"/>
                <a:cs typeface="Microsoft YaHei"/>
              </a:defRPr>
            </a:lvl1pPr>
            <a:lvl2pPr>
              <a:defRPr sz="1500" b="1">
                <a:solidFill>
                  <a:srgbClr val="83C5B5"/>
                </a:solidFill>
                <a:latin typeface="Microsoft YaHei"/>
                <a:ea typeface="Microsoft YaHei"/>
                <a:cs typeface="Microsoft YaHei"/>
              </a:defRPr>
            </a:lvl2pPr>
            <a:lvl3pPr>
              <a:defRPr sz="1500" b="1">
                <a:solidFill>
                  <a:srgbClr val="83C5B5"/>
                </a:solidFill>
                <a:latin typeface="Microsoft YaHei"/>
                <a:ea typeface="Microsoft YaHei"/>
                <a:cs typeface="Microsoft YaHei"/>
              </a:defRPr>
            </a:lvl3pPr>
            <a:lvl4pPr>
              <a:defRPr sz="1500" b="1">
                <a:solidFill>
                  <a:srgbClr val="83C5B5"/>
                </a:solidFill>
                <a:latin typeface="Microsoft YaHei"/>
                <a:ea typeface="Microsoft YaHei"/>
                <a:cs typeface="Microsoft YaHei"/>
              </a:defRPr>
            </a:lvl4pPr>
            <a:lvl5pPr>
              <a:defRPr sz="1500" b="1">
                <a:solidFill>
                  <a:srgbClr val="83C5B5"/>
                </a:solidFill>
                <a:latin typeface="Microsoft YaHei"/>
                <a:ea typeface="Microsoft YaHei"/>
                <a:cs typeface="Microsoft YaHei"/>
              </a:defRPr>
            </a:lvl5pPr>
            <a:lvl6pPr>
              <a:defRPr sz="1500" b="1">
                <a:solidFill>
                  <a:srgbClr val="83C5B5"/>
                </a:solidFill>
                <a:latin typeface="Microsoft YaHei"/>
                <a:ea typeface="Microsoft YaHei"/>
                <a:cs typeface="Microsoft YaHei"/>
              </a:defRPr>
            </a:lvl6pPr>
            <a:lvl7pPr>
              <a:defRPr sz="1500" b="1">
                <a:solidFill>
                  <a:srgbClr val="83C5B5"/>
                </a:solidFill>
                <a:latin typeface="Microsoft YaHei"/>
                <a:ea typeface="Microsoft YaHei"/>
                <a:cs typeface="Microsoft YaHei"/>
              </a:defRPr>
            </a:lvl7pPr>
            <a:lvl8pPr>
              <a:defRPr sz="1500" b="1">
                <a:solidFill>
                  <a:srgbClr val="83C5B5"/>
                </a:solidFill>
                <a:latin typeface="Microsoft YaHei"/>
                <a:ea typeface="Microsoft YaHei"/>
                <a:cs typeface="Microsoft YaHei"/>
              </a:defRPr>
            </a:lvl8pPr>
            <a:lvl9pPr>
              <a:defRPr sz="1500" b="1">
                <a:solidFill>
                  <a:srgbClr val="83C5B5"/>
                </a:solidFill>
                <a:latin typeface="Microsoft YaHei"/>
                <a:ea typeface="Microsoft YaHei"/>
                <a:cs typeface="Microsoft YaHei"/>
              </a:defRPr>
            </a:lvl9pPr>
          </a:lstStyle>
          <a:p xmlns:a="http://schemas.openxmlformats.org/drawingml/2006/main">
            <a:pPr>
              <a:defRPr sz="1500" b="1">
                <a:solidFill>
                  <a:srgbClr val="83C5B5"/>
                </a:solidFill>
                <a:latin typeface="Microsoft YaHei"/>
                <a:ea typeface="Microsoft YaHei"/>
                <a:cs typeface="Microsoft YaHei"/>
              </a:defRPr>
            </a:pPr>
            <a:r>
              <a:rPr sz="1500" b="1">
                <a:solidFill>
                  <a:srgbClr val="83C5B5"/>
                </a:solidFill>
                <a:latin typeface="Microsoft YaHei"/>
                <a:ea typeface="Microsoft YaHei"/>
                <a:cs typeface="Microsoft YaHei"/>
              </a:rPr>
              <a:t>00s   固定视角</a:t>
            </a:r>
          </a:p>
        </p:txBody>
      </p:sp>
      <p:sp>
        <p:nvSpPr>
          <p:cNvPr id="9" name="08s   烟团位置与轮廓变化">
            <a:extLst xmlns:a="http://schemas.openxmlformats.org/drawingml/2006/main">
              <a:ext uri="{FF2B5EF4-FFF2-40B4-BE49-F238E27FC236}">
                <a16:creationId xmlns:a16="http://schemas.microsoft.com/office/drawing/2014/main" id="{E56B0FFB-398E-4922-A6E7-76CE0E57E817}"/>
              </a:ext>
            </a:extLst>
          </p:cNvPr>
          <p:cNvSpPr>
            <a:spLocks xmlns:a="http://schemas.openxmlformats.org/drawingml/2006/main" noGrp="1"/>
          </p:cNvSpPr>
          <p:nvPr/>
        </p:nvSpPr>
        <p:spPr>
          <a:xfrm xmlns:a="http://schemas.openxmlformats.org/drawingml/2006/main">
            <a:off x="7791450" y="6038850"/>
            <a:ext cx="6838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83C5B5"/>
                </a:solidFill>
                <a:latin typeface="Microsoft YaHei"/>
                <a:ea typeface="Microsoft YaHei"/>
                <a:cs typeface="Microsoft YaHei"/>
              </a:defRPr>
            </a:defPPr>
            <a:lvl1pPr>
              <a:defRPr sz="1500" b="1">
                <a:solidFill>
                  <a:srgbClr val="83C5B5"/>
                </a:solidFill>
                <a:latin typeface="Microsoft YaHei"/>
                <a:ea typeface="Microsoft YaHei"/>
                <a:cs typeface="Microsoft YaHei"/>
              </a:defRPr>
            </a:lvl1pPr>
            <a:lvl2pPr>
              <a:defRPr sz="1500" b="1">
                <a:solidFill>
                  <a:srgbClr val="83C5B5"/>
                </a:solidFill>
                <a:latin typeface="Microsoft YaHei"/>
                <a:ea typeface="Microsoft YaHei"/>
                <a:cs typeface="Microsoft YaHei"/>
              </a:defRPr>
            </a:lvl2pPr>
            <a:lvl3pPr>
              <a:defRPr sz="1500" b="1">
                <a:solidFill>
                  <a:srgbClr val="83C5B5"/>
                </a:solidFill>
                <a:latin typeface="Microsoft YaHei"/>
                <a:ea typeface="Microsoft YaHei"/>
                <a:cs typeface="Microsoft YaHei"/>
              </a:defRPr>
            </a:lvl3pPr>
            <a:lvl4pPr>
              <a:defRPr sz="1500" b="1">
                <a:solidFill>
                  <a:srgbClr val="83C5B5"/>
                </a:solidFill>
                <a:latin typeface="Microsoft YaHei"/>
                <a:ea typeface="Microsoft YaHei"/>
                <a:cs typeface="Microsoft YaHei"/>
              </a:defRPr>
            </a:lvl4pPr>
            <a:lvl5pPr>
              <a:defRPr sz="1500" b="1">
                <a:solidFill>
                  <a:srgbClr val="83C5B5"/>
                </a:solidFill>
                <a:latin typeface="Microsoft YaHei"/>
                <a:ea typeface="Microsoft YaHei"/>
                <a:cs typeface="Microsoft YaHei"/>
              </a:defRPr>
            </a:lvl5pPr>
            <a:lvl6pPr>
              <a:defRPr sz="1500" b="1">
                <a:solidFill>
                  <a:srgbClr val="83C5B5"/>
                </a:solidFill>
                <a:latin typeface="Microsoft YaHei"/>
                <a:ea typeface="Microsoft YaHei"/>
                <a:cs typeface="Microsoft YaHei"/>
              </a:defRPr>
            </a:lvl6pPr>
            <a:lvl7pPr>
              <a:defRPr sz="1500" b="1">
                <a:solidFill>
                  <a:srgbClr val="83C5B5"/>
                </a:solidFill>
                <a:latin typeface="Microsoft YaHei"/>
                <a:ea typeface="Microsoft YaHei"/>
                <a:cs typeface="Microsoft YaHei"/>
              </a:defRPr>
            </a:lvl7pPr>
            <a:lvl8pPr>
              <a:defRPr sz="1500" b="1">
                <a:solidFill>
                  <a:srgbClr val="83C5B5"/>
                </a:solidFill>
                <a:latin typeface="Microsoft YaHei"/>
                <a:ea typeface="Microsoft YaHei"/>
                <a:cs typeface="Microsoft YaHei"/>
              </a:defRPr>
            </a:lvl8pPr>
            <a:lvl9pPr>
              <a:defRPr sz="1500" b="1">
                <a:solidFill>
                  <a:srgbClr val="83C5B5"/>
                </a:solidFill>
                <a:latin typeface="Microsoft YaHei"/>
                <a:ea typeface="Microsoft YaHei"/>
                <a:cs typeface="Microsoft YaHei"/>
              </a:defRPr>
            </a:lvl9pPr>
          </a:lstStyle>
          <a:p xmlns:a="http://schemas.openxmlformats.org/drawingml/2006/main">
            <a:pPr>
              <a:defRPr sz="1500" b="1">
                <a:solidFill>
                  <a:srgbClr val="83C5B5"/>
                </a:solidFill>
                <a:latin typeface="Microsoft YaHei"/>
                <a:ea typeface="Microsoft YaHei"/>
                <a:cs typeface="Microsoft YaHei"/>
              </a:defRPr>
            </a:pPr>
            <a:r>
              <a:rPr sz="1500" b="1">
                <a:solidFill>
                  <a:srgbClr val="83C5B5"/>
                </a:solidFill>
                <a:latin typeface="Microsoft YaHei"/>
                <a:ea typeface="Microsoft YaHei"/>
                <a:cs typeface="Microsoft YaHei"/>
              </a:rPr>
              <a:t>08s   烟团位置与轮廓变化</a:t>
            </a:r>
          </a:p>
        </p:txBody>
      </p:sp>
      <p:sp>
        <p:nvSpPr>
          <p:cNvPr id="10" name="局部灯光保留空间参照">
            <a:extLst xmlns:a="http://schemas.openxmlformats.org/drawingml/2006/main">
              <a:ext uri="{FF2B5EF4-FFF2-40B4-BE49-F238E27FC236}">
                <a16:creationId xmlns:a16="http://schemas.microsoft.com/office/drawing/2014/main" id="{B44AF3AE-3261-4B64-BD8C-A458F6C8C363}"/>
              </a:ext>
            </a:extLst>
          </p:cNvPr>
          <p:cNvSpPr>
            <a:spLocks xmlns:a="http://schemas.openxmlformats.org/drawingml/2006/main" noGrp="1"/>
          </p:cNvSpPr>
          <p:nvPr/>
        </p:nvSpPr>
        <p:spPr>
          <a:xfrm xmlns:a="http://schemas.openxmlformats.org/drawingml/2006/main">
            <a:off x="609600" y="6619875"/>
            <a:ext cx="683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CEEE9"/>
                </a:solidFill>
                <a:latin typeface="Microsoft YaHei"/>
                <a:ea typeface="Microsoft YaHei"/>
                <a:cs typeface="Microsoft YaHei"/>
              </a:defRPr>
            </a:defPPr>
            <a:lvl1pPr>
              <a:defRPr sz="2325" b="1">
                <a:solidFill>
                  <a:srgbClr val="ECEEE9"/>
                </a:solidFill>
                <a:latin typeface="Microsoft YaHei"/>
                <a:ea typeface="Microsoft YaHei"/>
                <a:cs typeface="Microsoft YaHei"/>
              </a:defRPr>
            </a:lvl1pPr>
            <a:lvl2pPr>
              <a:defRPr sz="2325" b="1">
                <a:solidFill>
                  <a:srgbClr val="ECEEE9"/>
                </a:solidFill>
                <a:latin typeface="Microsoft YaHei"/>
                <a:ea typeface="Microsoft YaHei"/>
                <a:cs typeface="Microsoft YaHei"/>
              </a:defRPr>
            </a:lvl2pPr>
            <a:lvl3pPr>
              <a:defRPr sz="2325" b="1">
                <a:solidFill>
                  <a:srgbClr val="ECEEE9"/>
                </a:solidFill>
                <a:latin typeface="Microsoft YaHei"/>
                <a:ea typeface="Microsoft YaHei"/>
                <a:cs typeface="Microsoft YaHei"/>
              </a:defRPr>
            </a:lvl3pPr>
            <a:lvl4pPr>
              <a:defRPr sz="2325" b="1">
                <a:solidFill>
                  <a:srgbClr val="ECEEE9"/>
                </a:solidFill>
                <a:latin typeface="Microsoft YaHei"/>
                <a:ea typeface="Microsoft YaHei"/>
                <a:cs typeface="Microsoft YaHei"/>
              </a:defRPr>
            </a:lvl4pPr>
            <a:lvl5pPr>
              <a:defRPr sz="2325" b="1">
                <a:solidFill>
                  <a:srgbClr val="ECEEE9"/>
                </a:solidFill>
                <a:latin typeface="Microsoft YaHei"/>
                <a:ea typeface="Microsoft YaHei"/>
                <a:cs typeface="Microsoft YaHei"/>
              </a:defRPr>
            </a:lvl5pPr>
            <a:lvl6pPr>
              <a:defRPr sz="2325" b="1">
                <a:solidFill>
                  <a:srgbClr val="ECEEE9"/>
                </a:solidFill>
                <a:latin typeface="Microsoft YaHei"/>
                <a:ea typeface="Microsoft YaHei"/>
                <a:cs typeface="Microsoft YaHei"/>
              </a:defRPr>
            </a:lvl6pPr>
            <a:lvl7pPr>
              <a:defRPr sz="2325" b="1">
                <a:solidFill>
                  <a:srgbClr val="ECEEE9"/>
                </a:solidFill>
                <a:latin typeface="Microsoft YaHei"/>
                <a:ea typeface="Microsoft YaHei"/>
                <a:cs typeface="Microsoft YaHei"/>
              </a:defRPr>
            </a:lvl7pPr>
            <a:lvl8pPr>
              <a:defRPr sz="2325" b="1">
                <a:solidFill>
                  <a:srgbClr val="ECEEE9"/>
                </a:solidFill>
                <a:latin typeface="Microsoft YaHei"/>
                <a:ea typeface="Microsoft YaHei"/>
                <a:cs typeface="Microsoft YaHei"/>
              </a:defRPr>
            </a:lvl8pPr>
            <a:lvl9pPr>
              <a:defRPr sz="2325" b="1">
                <a:solidFill>
                  <a:srgbClr val="ECEEE9"/>
                </a:solidFill>
                <a:latin typeface="Microsoft YaHei"/>
                <a:ea typeface="Microsoft YaHei"/>
                <a:cs typeface="Microsoft YaHei"/>
              </a:defRPr>
            </a:lvl9pPr>
          </a:lstStyle>
          <a:p xmlns:a="http://schemas.openxmlformats.org/drawingml/2006/main">
            <a:pPr>
              <a:defRPr sz="2325" b="1">
                <a:solidFill>
                  <a:srgbClr val="ECEEE9"/>
                </a:solidFill>
                <a:latin typeface="Microsoft YaHei"/>
                <a:ea typeface="Microsoft YaHei"/>
                <a:cs typeface="Microsoft YaHei"/>
              </a:defRPr>
            </a:pPr>
            <a:r>
              <a:rPr sz="2325" b="1">
                <a:solidFill>
                  <a:srgbClr val="ECEEE9"/>
                </a:solidFill>
                <a:latin typeface="Microsoft YaHei"/>
                <a:ea typeface="Microsoft YaHei"/>
                <a:cs typeface="Microsoft YaHei"/>
              </a:rPr>
              <a:t>局部灯光保留空间参照</a:t>
            </a:r>
          </a:p>
        </p:txBody>
      </p:sp>
      <p:sp>
        <p:nvSpPr>
          <p:cNvPr id="11" name="墙灯照亮木梁与门洞边缘，近处结构保持可辨认。明暗间隔帮助视线">
            <a:extLst xmlns:a="http://schemas.openxmlformats.org/drawingml/2006/main">
              <a:ext uri="{FF2B5EF4-FFF2-40B4-BE49-F238E27FC236}">
                <a16:creationId xmlns:a16="http://schemas.microsoft.com/office/drawing/2014/main" id="{9B14365F-BCF4-4338-94B0-BF31459D7DC6}"/>
              </a:ext>
            </a:extLst>
          </p:cNvPr>
          <p:cNvSpPr>
            <a:spLocks xmlns:a="http://schemas.openxmlformats.org/drawingml/2006/main" noGrp="1"/>
          </p:cNvSpPr>
          <p:nvPr/>
        </p:nvSpPr>
        <p:spPr>
          <a:xfrm xmlns:a="http://schemas.openxmlformats.org/drawingml/2006/main">
            <a:off x="609600" y="7181850"/>
            <a:ext cx="6838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墙灯照亮木梁与门洞边缘，近处结构保持可辨认。明暗间隔帮助视线沿通道向远处移动。</a:t>
            </a:r>
          </a:p>
        </p:txBody>
      </p:sp>
      <p:sp>
        <p:nvSpPr>
          <p:cNvPr id="12" name="有空隙的烟团强化距离">
            <a:extLst xmlns:a="http://schemas.openxmlformats.org/drawingml/2006/main">
              <a:ext uri="{FF2B5EF4-FFF2-40B4-BE49-F238E27FC236}">
                <a16:creationId xmlns:a16="http://schemas.microsoft.com/office/drawing/2014/main" id="{F7EE4B72-6EA8-41E0-B006-6F09D39171E3}"/>
              </a:ext>
            </a:extLst>
          </p:cNvPr>
          <p:cNvSpPr>
            <a:spLocks xmlns:a="http://schemas.openxmlformats.org/drawingml/2006/main" noGrp="1"/>
          </p:cNvSpPr>
          <p:nvPr/>
        </p:nvSpPr>
        <p:spPr>
          <a:xfrm xmlns:a="http://schemas.openxmlformats.org/drawingml/2006/main">
            <a:off x="7791450" y="6619875"/>
            <a:ext cx="683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CEEE9"/>
                </a:solidFill>
                <a:latin typeface="Microsoft YaHei"/>
                <a:ea typeface="Microsoft YaHei"/>
                <a:cs typeface="Microsoft YaHei"/>
              </a:defRPr>
            </a:defPPr>
            <a:lvl1pPr>
              <a:defRPr sz="2325" b="1">
                <a:solidFill>
                  <a:srgbClr val="ECEEE9"/>
                </a:solidFill>
                <a:latin typeface="Microsoft YaHei"/>
                <a:ea typeface="Microsoft YaHei"/>
                <a:cs typeface="Microsoft YaHei"/>
              </a:defRPr>
            </a:lvl1pPr>
            <a:lvl2pPr>
              <a:defRPr sz="2325" b="1">
                <a:solidFill>
                  <a:srgbClr val="ECEEE9"/>
                </a:solidFill>
                <a:latin typeface="Microsoft YaHei"/>
                <a:ea typeface="Microsoft YaHei"/>
                <a:cs typeface="Microsoft YaHei"/>
              </a:defRPr>
            </a:lvl2pPr>
            <a:lvl3pPr>
              <a:defRPr sz="2325" b="1">
                <a:solidFill>
                  <a:srgbClr val="ECEEE9"/>
                </a:solidFill>
                <a:latin typeface="Microsoft YaHei"/>
                <a:ea typeface="Microsoft YaHei"/>
                <a:cs typeface="Microsoft YaHei"/>
              </a:defRPr>
            </a:lvl3pPr>
            <a:lvl4pPr>
              <a:defRPr sz="2325" b="1">
                <a:solidFill>
                  <a:srgbClr val="ECEEE9"/>
                </a:solidFill>
                <a:latin typeface="Microsoft YaHei"/>
                <a:ea typeface="Microsoft YaHei"/>
                <a:cs typeface="Microsoft YaHei"/>
              </a:defRPr>
            </a:lvl4pPr>
            <a:lvl5pPr>
              <a:defRPr sz="2325" b="1">
                <a:solidFill>
                  <a:srgbClr val="ECEEE9"/>
                </a:solidFill>
                <a:latin typeface="Microsoft YaHei"/>
                <a:ea typeface="Microsoft YaHei"/>
                <a:cs typeface="Microsoft YaHei"/>
              </a:defRPr>
            </a:lvl5pPr>
            <a:lvl6pPr>
              <a:defRPr sz="2325" b="1">
                <a:solidFill>
                  <a:srgbClr val="ECEEE9"/>
                </a:solidFill>
                <a:latin typeface="Microsoft YaHei"/>
                <a:ea typeface="Microsoft YaHei"/>
                <a:cs typeface="Microsoft YaHei"/>
              </a:defRPr>
            </a:lvl6pPr>
            <a:lvl7pPr>
              <a:defRPr sz="2325" b="1">
                <a:solidFill>
                  <a:srgbClr val="ECEEE9"/>
                </a:solidFill>
                <a:latin typeface="Microsoft YaHei"/>
                <a:ea typeface="Microsoft YaHei"/>
                <a:cs typeface="Microsoft YaHei"/>
              </a:defRPr>
            </a:lvl7pPr>
            <a:lvl8pPr>
              <a:defRPr sz="2325" b="1">
                <a:solidFill>
                  <a:srgbClr val="ECEEE9"/>
                </a:solidFill>
                <a:latin typeface="Microsoft YaHei"/>
                <a:ea typeface="Microsoft YaHei"/>
                <a:cs typeface="Microsoft YaHei"/>
              </a:defRPr>
            </a:lvl8pPr>
            <a:lvl9pPr>
              <a:defRPr sz="2325" b="1">
                <a:solidFill>
                  <a:srgbClr val="ECEEE9"/>
                </a:solidFill>
                <a:latin typeface="Microsoft YaHei"/>
                <a:ea typeface="Microsoft YaHei"/>
                <a:cs typeface="Microsoft YaHei"/>
              </a:defRPr>
            </a:lvl9pPr>
          </a:lstStyle>
          <a:p xmlns:a="http://schemas.openxmlformats.org/drawingml/2006/main">
            <a:pPr>
              <a:defRPr sz="2325" b="1">
                <a:solidFill>
                  <a:srgbClr val="ECEEE9"/>
                </a:solidFill>
                <a:latin typeface="Microsoft YaHei"/>
                <a:ea typeface="Microsoft YaHei"/>
                <a:cs typeface="Microsoft YaHei"/>
              </a:defRPr>
            </a:pPr>
            <a:r>
              <a:rPr sz="2325" b="1">
                <a:solidFill>
                  <a:srgbClr val="ECEEE9"/>
                </a:solidFill>
                <a:latin typeface="Microsoft YaHei"/>
                <a:ea typeface="Microsoft YaHei"/>
                <a:cs typeface="Microsoft YaHei"/>
              </a:rPr>
              <a:t>有空隙的烟团强化距离</a:t>
            </a:r>
          </a:p>
        </p:txBody>
      </p:sp>
      <p:sp>
        <p:nvSpPr>
          <p:cNvPr id="13" name="三维密度变化让烟雾缓慢漂移，形成疏密交替。浓度、烟团大小和速">
            <a:extLst xmlns:a="http://schemas.openxmlformats.org/drawingml/2006/main">
              <a:ext uri="{FF2B5EF4-FFF2-40B4-BE49-F238E27FC236}">
                <a16:creationId xmlns:a16="http://schemas.microsoft.com/office/drawing/2014/main" id="{C383B869-5B10-4BFE-A822-9E1923E97EC0}"/>
              </a:ext>
            </a:extLst>
          </p:cNvPr>
          <p:cNvSpPr>
            <a:spLocks xmlns:a="http://schemas.openxmlformats.org/drawingml/2006/main" noGrp="1"/>
          </p:cNvSpPr>
          <p:nvPr/>
        </p:nvSpPr>
        <p:spPr>
          <a:xfrm xmlns:a="http://schemas.openxmlformats.org/drawingml/2006/main">
            <a:off x="7791450" y="7181850"/>
            <a:ext cx="6838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CEEE9"/>
                </a:solidFill>
                <a:latin typeface="Microsoft YaHei"/>
                <a:ea typeface="Microsoft YaHei"/>
                <a:cs typeface="Microsoft YaHei"/>
              </a:defRPr>
            </a:defPPr>
            <a:lvl1pPr>
              <a:defRPr sz="1875" b="0">
                <a:solidFill>
                  <a:srgbClr val="ECEEE9"/>
                </a:solidFill>
                <a:latin typeface="Microsoft YaHei"/>
                <a:ea typeface="Microsoft YaHei"/>
                <a:cs typeface="Microsoft YaHei"/>
              </a:defRPr>
            </a:lvl1pPr>
            <a:lvl2pPr>
              <a:defRPr sz="1875" b="0">
                <a:solidFill>
                  <a:srgbClr val="ECEEE9"/>
                </a:solidFill>
                <a:latin typeface="Microsoft YaHei"/>
                <a:ea typeface="Microsoft YaHei"/>
                <a:cs typeface="Microsoft YaHei"/>
              </a:defRPr>
            </a:lvl2pPr>
            <a:lvl3pPr>
              <a:defRPr sz="1875" b="0">
                <a:solidFill>
                  <a:srgbClr val="ECEEE9"/>
                </a:solidFill>
                <a:latin typeface="Microsoft YaHei"/>
                <a:ea typeface="Microsoft YaHei"/>
                <a:cs typeface="Microsoft YaHei"/>
              </a:defRPr>
            </a:lvl3pPr>
            <a:lvl4pPr>
              <a:defRPr sz="1875" b="0">
                <a:solidFill>
                  <a:srgbClr val="ECEEE9"/>
                </a:solidFill>
                <a:latin typeface="Microsoft YaHei"/>
                <a:ea typeface="Microsoft YaHei"/>
                <a:cs typeface="Microsoft YaHei"/>
              </a:defRPr>
            </a:lvl4pPr>
            <a:lvl5pPr>
              <a:defRPr sz="1875" b="0">
                <a:solidFill>
                  <a:srgbClr val="ECEEE9"/>
                </a:solidFill>
                <a:latin typeface="Microsoft YaHei"/>
                <a:ea typeface="Microsoft YaHei"/>
                <a:cs typeface="Microsoft YaHei"/>
              </a:defRPr>
            </a:lvl5pPr>
            <a:lvl6pPr>
              <a:defRPr sz="1875" b="0">
                <a:solidFill>
                  <a:srgbClr val="ECEEE9"/>
                </a:solidFill>
                <a:latin typeface="Microsoft YaHei"/>
                <a:ea typeface="Microsoft YaHei"/>
                <a:cs typeface="Microsoft YaHei"/>
              </a:defRPr>
            </a:lvl6pPr>
            <a:lvl7pPr>
              <a:defRPr sz="1875" b="0">
                <a:solidFill>
                  <a:srgbClr val="ECEEE9"/>
                </a:solidFill>
                <a:latin typeface="Microsoft YaHei"/>
                <a:ea typeface="Microsoft YaHei"/>
                <a:cs typeface="Microsoft YaHei"/>
              </a:defRPr>
            </a:lvl7pPr>
            <a:lvl8pPr>
              <a:defRPr sz="1875" b="0">
                <a:solidFill>
                  <a:srgbClr val="ECEEE9"/>
                </a:solidFill>
                <a:latin typeface="Microsoft YaHei"/>
                <a:ea typeface="Microsoft YaHei"/>
                <a:cs typeface="Microsoft YaHei"/>
              </a:defRPr>
            </a:lvl8pPr>
            <a:lvl9pPr>
              <a:defRPr sz="1875" b="0">
                <a:solidFill>
                  <a:srgbClr val="ECEEE9"/>
                </a:solidFill>
                <a:latin typeface="Microsoft YaHei"/>
                <a:ea typeface="Microsoft YaHei"/>
                <a:cs typeface="Microsoft YaHei"/>
              </a:defRPr>
            </a:lvl9pPr>
          </a:lstStyle>
          <a:p xmlns:a="http://schemas.openxmlformats.org/drawingml/2006/main">
            <a:pPr>
              <a:defRPr sz="1875" b="0">
                <a:solidFill>
                  <a:srgbClr val="ECEEE9"/>
                </a:solidFill>
                <a:latin typeface="Microsoft YaHei"/>
                <a:ea typeface="Microsoft YaHei"/>
                <a:cs typeface="Microsoft YaHei"/>
              </a:defRPr>
            </a:pPr>
            <a:r>
              <a:rPr sz="1875" b="0">
                <a:solidFill>
                  <a:srgbClr val="ECEEE9"/>
                </a:solidFill>
                <a:latin typeface="Microsoft YaHei"/>
                <a:ea typeface="Microsoft YaHei"/>
                <a:cs typeface="Microsoft YaHei"/>
              </a:rPr>
              <a:t>三维密度变化让烟雾缓慢漂移，形成疏密交替。浓度、烟团大小和速度可独立调节。</a:t>
            </a:r>
          </a:p>
        </p:txBody>
      </p:sp>
    </p:spTree>
    <p:extLst>
      <p:ext uri="{BB962C8B-B14F-4D97-AF65-F5344CB8AC3E}">
        <p14:creationId xmlns:p14="http://schemas.microsoft.com/office/powerpoint/2010/main" val="545118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2026-10-27T02:09:00.3510000Z</dcterms:created>
  <dcterms:modified xsi:type="dcterms:W3CDTF">2026-10-27T02:09:00.3520000Z</dcterms:modified>
</coreProperties>
</file>